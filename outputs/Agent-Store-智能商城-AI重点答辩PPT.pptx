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89b7e40724b2b" /><Relationship Type="http://schemas.openxmlformats.org/officeDocument/2006/relationships/extended-properties" Target="/docProps/app.xml" Id="R3ce084ef3d8446c7" /><Relationship Type="http://schemas.openxmlformats.org/officeDocument/2006/relationships/officeDocument" Target="/ppt/presentation.xml" Id="R93f0d0231b13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bd53a2fc1543dd"/>
  </p:sldMasterIdLst>
  <p:notesMasterIdLst>
    <p:notesMasterId xmlns:r="http://schemas.openxmlformats.org/officeDocument/2006/relationships" r:id="R4c59b8d4be564265"/>
  </p:notesMasterIdLst>
  <p:sldIdLst>
    <p:sldId xmlns:r="http://schemas.openxmlformats.org/officeDocument/2006/relationships" id="256" r:id="Rb5f63eb636424800"/>
    <p:sldId xmlns:r="http://schemas.openxmlformats.org/officeDocument/2006/relationships" id="257" r:id="R804d067ac04f48f8"/>
    <p:sldId xmlns:r="http://schemas.openxmlformats.org/officeDocument/2006/relationships" id="258" r:id="Rf9cb4e29061d4145"/>
    <p:sldId xmlns:r="http://schemas.openxmlformats.org/officeDocument/2006/relationships" id="259" r:id="Re585db008cbc4212"/>
    <p:sldId xmlns:r="http://schemas.openxmlformats.org/officeDocument/2006/relationships" id="260" r:id="R78f3bd172c634df7"/>
    <p:sldId xmlns:r="http://schemas.openxmlformats.org/officeDocument/2006/relationships" id="261" r:id="Rd86a66062df5417f"/>
    <p:sldId xmlns:r="http://schemas.openxmlformats.org/officeDocument/2006/relationships" id="262" r:id="R785fe74f51b74221"/>
    <p:sldId xmlns:r="http://schemas.openxmlformats.org/officeDocument/2006/relationships" id="263" r:id="R6886417c6f564205"/>
    <p:sldId xmlns:r="http://schemas.openxmlformats.org/officeDocument/2006/relationships" id="264" r:id="Ra8424dde03fe4aa7"/>
    <p:sldId xmlns:r="http://schemas.openxmlformats.org/officeDocument/2006/relationships" id="265" r:id="R53895ec61b504e5c"/>
    <p:sldId xmlns:r="http://schemas.openxmlformats.org/officeDocument/2006/relationships" id="266" r:id="R3686eb6567d34486"/>
    <p:sldId xmlns:r="http://schemas.openxmlformats.org/officeDocument/2006/relationships" id="267" r:id="R531e011373334d31"/>
    <p:sldId xmlns:r="http://schemas.openxmlformats.org/officeDocument/2006/relationships" id="268" r:id="R2bb390ecbdf04ae8"/>
    <p:sldId xmlns:r="http://schemas.openxmlformats.org/officeDocument/2006/relationships" id="269" r:id="R576cc1cac6674e9a"/>
    <p:sldId xmlns:r="http://schemas.openxmlformats.org/officeDocument/2006/relationships" id="270" r:id="R6ef675b89dfb4932"/>
    <p:sldId xmlns:r="http://schemas.openxmlformats.org/officeDocument/2006/relationships" id="271" r:id="Rd6c1e6a205ee4370"/>
    <p:sldId xmlns:r="http://schemas.openxmlformats.org/officeDocument/2006/relationships" id="272" r:id="Rbd79814732004bb7"/>
    <p:sldId xmlns:r="http://schemas.openxmlformats.org/officeDocument/2006/relationships" id="273" r:id="R256b626a37734efd"/>
    <p:sldId xmlns:r="http://schemas.openxmlformats.org/officeDocument/2006/relationships" id="274" r:id="Raeb62cdf77f74f22"/>
    <p:sldId xmlns:r="http://schemas.openxmlformats.org/officeDocument/2006/relationships" id="275" r:id="Rbcd7fa57a9dc4536"/>
    <p:sldId xmlns:r="http://schemas.openxmlformats.org/officeDocument/2006/relationships" id="276" r:id="R022cca573e5244ab"/>
    <p:sldId xmlns:r="http://schemas.openxmlformats.org/officeDocument/2006/relationships" id="277" r:id="R9510a9ebac274382"/>
    <p:sldId xmlns:r="http://schemas.openxmlformats.org/officeDocument/2006/relationships" id="278" r:id="Rea0de2ff2169466b"/>
    <p:sldId xmlns:r="http://schemas.openxmlformats.org/officeDocument/2006/relationships" id="279" r:id="Rcded8d66ec0c4d3a"/>
    <p:sldId xmlns:r="http://schemas.openxmlformats.org/officeDocument/2006/relationships" id="280" r:id="Rda516447836543db"/>
    <p:sldId xmlns:r="http://schemas.openxmlformats.org/officeDocument/2006/relationships" id="281" r:id="Rfbcde6c2a528435d"/>
    <p:sldId xmlns:r="http://schemas.openxmlformats.org/officeDocument/2006/relationships" id="282" r:id="R91635228ac3f4a90"/>
    <p:sldId xmlns:r="http://schemas.openxmlformats.org/officeDocument/2006/relationships" id="283" r:id="R76255f488fae47ba"/>
    <p:sldId xmlns:r="http://schemas.openxmlformats.org/officeDocument/2006/relationships" id="284" r:id="Rb7c5abdee5c045d1"/>
    <p:sldId xmlns:r="http://schemas.openxmlformats.org/officeDocument/2006/relationships" id="285" r:id="R151b2c43860a42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800f2328394291" /><Relationship Type="http://schemas.openxmlformats.org/officeDocument/2006/relationships/slideMaster" Target="/ppt/slideMasters/slideMaster1.xml" Id="Re1bd53a2fc1543dd" /><Relationship Type="http://schemas.openxmlformats.org/officeDocument/2006/relationships/notesMaster" Target="/ppt/notesMasters/notesMaster1.xml" Id="R4c59b8d4be564265" /><Relationship Type="http://schemas.openxmlformats.org/officeDocument/2006/relationships/presProps" Target="/ppt/presProps.xml" Id="R283f5299baea4c3f" /><Relationship Type="http://schemas.openxmlformats.org/officeDocument/2006/relationships/tableStyles" Target="/ppt/tableStyles.xml" Id="Rfff2fd2d30464fc4" /><Relationship Type="http://schemas.openxmlformats.org/officeDocument/2006/relationships/slide" Target="/ppt/slides/slide1.xml" Id="Rb5f63eb636424800" /><Relationship Type="http://schemas.openxmlformats.org/officeDocument/2006/relationships/slide" Target="/ppt/slides/slide2.xml" Id="R804d067ac04f48f8" /><Relationship Type="http://schemas.openxmlformats.org/officeDocument/2006/relationships/slide" Target="/ppt/slides/slide3.xml" Id="Rf9cb4e29061d4145" /><Relationship Type="http://schemas.openxmlformats.org/officeDocument/2006/relationships/slide" Target="/ppt/slides/slide4.xml" Id="Re585db008cbc4212" /><Relationship Type="http://schemas.openxmlformats.org/officeDocument/2006/relationships/slide" Target="/ppt/slides/slide5.xml" Id="R78f3bd172c634df7" /><Relationship Type="http://schemas.openxmlformats.org/officeDocument/2006/relationships/slide" Target="/ppt/slides/slide6.xml" Id="Rd86a66062df5417f" /><Relationship Type="http://schemas.openxmlformats.org/officeDocument/2006/relationships/slide" Target="/ppt/slides/slide7.xml" Id="R785fe74f51b74221" /><Relationship Type="http://schemas.openxmlformats.org/officeDocument/2006/relationships/slide" Target="/ppt/slides/slide8.xml" Id="R6886417c6f564205" /><Relationship Type="http://schemas.openxmlformats.org/officeDocument/2006/relationships/slide" Target="/ppt/slides/slide9.xml" Id="Ra8424dde03fe4aa7" /><Relationship Type="http://schemas.openxmlformats.org/officeDocument/2006/relationships/slide" Target="/ppt/slides/slide10.xml" Id="R53895ec61b504e5c" /><Relationship Type="http://schemas.openxmlformats.org/officeDocument/2006/relationships/slide" Target="/ppt/slides/slide11.xml" Id="R3686eb6567d34486" /><Relationship Type="http://schemas.openxmlformats.org/officeDocument/2006/relationships/slide" Target="/ppt/slides/slide12.xml" Id="R531e011373334d31" /><Relationship Type="http://schemas.openxmlformats.org/officeDocument/2006/relationships/slide" Target="/ppt/slides/slide13.xml" Id="R2bb390ecbdf04ae8" /><Relationship Type="http://schemas.openxmlformats.org/officeDocument/2006/relationships/slide" Target="/ppt/slides/slide14.xml" Id="R576cc1cac6674e9a" /><Relationship Type="http://schemas.openxmlformats.org/officeDocument/2006/relationships/slide" Target="/ppt/slides/slide15.xml" Id="R6ef675b89dfb4932" /><Relationship Type="http://schemas.openxmlformats.org/officeDocument/2006/relationships/slide" Target="/ppt/slides/slide16.xml" Id="Rd6c1e6a205ee4370" /><Relationship Type="http://schemas.openxmlformats.org/officeDocument/2006/relationships/slide" Target="/ppt/slides/slide17.xml" Id="Rbd79814732004bb7" /><Relationship Type="http://schemas.openxmlformats.org/officeDocument/2006/relationships/slide" Target="/ppt/slides/slide18.xml" Id="R256b626a37734efd" /><Relationship Type="http://schemas.openxmlformats.org/officeDocument/2006/relationships/slide" Target="/ppt/slides/slide19.xml" Id="Raeb62cdf77f74f22" /><Relationship Type="http://schemas.openxmlformats.org/officeDocument/2006/relationships/slide" Target="/ppt/slides/slide20.xml" Id="Rbcd7fa57a9dc4536" /><Relationship Type="http://schemas.openxmlformats.org/officeDocument/2006/relationships/slide" Target="/ppt/slides/slide21.xml" Id="R022cca573e5244ab" /><Relationship Type="http://schemas.openxmlformats.org/officeDocument/2006/relationships/slide" Target="/ppt/slides/slide22.xml" Id="R9510a9ebac274382" /><Relationship Type="http://schemas.openxmlformats.org/officeDocument/2006/relationships/slide" Target="/ppt/slides/slide23.xml" Id="Rea0de2ff2169466b" /><Relationship Type="http://schemas.openxmlformats.org/officeDocument/2006/relationships/slide" Target="/ppt/slides/slide24.xml" Id="Rcded8d66ec0c4d3a" /><Relationship Type="http://schemas.openxmlformats.org/officeDocument/2006/relationships/slide" Target="/ppt/slides/slide25.xml" Id="Rda516447836543db" /><Relationship Type="http://schemas.openxmlformats.org/officeDocument/2006/relationships/slide" Target="/ppt/slides/slide26.xml" Id="Rfbcde6c2a528435d" /><Relationship Type="http://schemas.openxmlformats.org/officeDocument/2006/relationships/slide" Target="/ppt/slides/slide27.xml" Id="R91635228ac3f4a90" /><Relationship Type="http://schemas.openxmlformats.org/officeDocument/2006/relationships/slide" Target="/ppt/slides/slide28.xml" Id="R76255f488fae47ba" /><Relationship Type="http://schemas.openxmlformats.org/officeDocument/2006/relationships/slide" Target="/ppt/slides/slide29.xml" Id="Rb7c5abdee5c045d1" /><Relationship Type="http://schemas.openxmlformats.org/officeDocument/2006/relationships/slide" Target="/ppt/slides/slide30.xml" Id="R151b2c43860a42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e0fea6284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d2e02a60345a5" /><Relationship Type="http://schemas.openxmlformats.org/officeDocument/2006/relationships/notesMaster" Target="/ppt/notesMasters/notesMaster1.xml" Id="R4a3b5c24103a4c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facfc5b8446c1" /><Relationship Type="http://schemas.openxmlformats.org/officeDocument/2006/relationships/notesMaster" Target="/ppt/notesMasters/notesMaster1.xml" Id="R5e7a7aa2aab44d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16cd881084ee5" /><Relationship Type="http://schemas.openxmlformats.org/officeDocument/2006/relationships/notesMaster" Target="/ppt/notesMasters/notesMaster1.xml" Id="R8626a27084cf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63198ad0db4a75" /><Relationship Type="http://schemas.openxmlformats.org/officeDocument/2006/relationships/notesMaster" Target="/ppt/notesMasters/notesMaster1.xml" Id="R7b9e4b13e20d47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b17f9c490041f8" /><Relationship Type="http://schemas.openxmlformats.org/officeDocument/2006/relationships/notesMaster" Target="/ppt/notesMasters/notesMaster1.xml" Id="R9ce12543097c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3814b4723c4e37" /><Relationship Type="http://schemas.openxmlformats.org/officeDocument/2006/relationships/notesMaster" Target="/ppt/notesMasters/notesMaster1.xml" Id="Rc443a731ddab42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7f1c626f1465e" /><Relationship Type="http://schemas.openxmlformats.org/officeDocument/2006/relationships/notesMaster" Target="/ppt/notesMasters/notesMaster1.xml" Id="R0a3e20d5aa8344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7bec7076249ea" /><Relationship Type="http://schemas.openxmlformats.org/officeDocument/2006/relationships/notesMaster" Target="/ppt/notesMasters/notesMaster1.xml" Id="R932d292edc9044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0f4b27ad2a4c2b" /><Relationship Type="http://schemas.openxmlformats.org/officeDocument/2006/relationships/notesMaster" Target="/ppt/notesMasters/notesMaster1.xml" Id="R9e473678836e43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d1521464b444be" /><Relationship Type="http://schemas.openxmlformats.org/officeDocument/2006/relationships/notesMaster" Target="/ppt/notesMasters/notesMaster1.xml" Id="R0ad3f8ea18a249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e022bd2ab43cb" /><Relationship Type="http://schemas.openxmlformats.org/officeDocument/2006/relationships/notesMaster" Target="/ppt/notesMasters/notesMaster1.xml" Id="Re6aabe80f0bd42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b5910b338a4a84" /><Relationship Type="http://schemas.openxmlformats.org/officeDocument/2006/relationships/notesMaster" Target="/ppt/notesMasters/notesMaster1.xml" Id="R2815f12afbf946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0d8386d84741e6" /><Relationship Type="http://schemas.openxmlformats.org/officeDocument/2006/relationships/notesMaster" Target="/ppt/notesMasters/notesMaster1.xml" Id="Rcf3f962985b04e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9f17d19216462b" /><Relationship Type="http://schemas.openxmlformats.org/officeDocument/2006/relationships/notesMaster" Target="/ppt/notesMasters/notesMaster1.xml" Id="Ra0d8aa485c3a40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e1a2cfefad49f4" /><Relationship Type="http://schemas.openxmlformats.org/officeDocument/2006/relationships/notesMaster" Target="/ppt/notesMasters/notesMaster1.xml" Id="Rc85a9f6690d247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bd0432bcad4c8d" /><Relationship Type="http://schemas.openxmlformats.org/officeDocument/2006/relationships/notesMaster" Target="/ppt/notesMasters/notesMaster1.xml" Id="R494e28e27e1645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7a93351bf047aa" /><Relationship Type="http://schemas.openxmlformats.org/officeDocument/2006/relationships/notesMaster" Target="/ppt/notesMasters/notesMaster1.xml" Id="Re4f2662637ee4a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e062ca85f14588" /><Relationship Type="http://schemas.openxmlformats.org/officeDocument/2006/relationships/notesMaster" Target="/ppt/notesMasters/notesMaster1.xml" Id="Rde822c1a809343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935f5960ce45eb" /><Relationship Type="http://schemas.openxmlformats.org/officeDocument/2006/relationships/notesMaster" Target="/ppt/notesMasters/notesMaster1.xml" Id="Rca4d1c81df324d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0f95013a9c4ccf" /><Relationship Type="http://schemas.openxmlformats.org/officeDocument/2006/relationships/notesMaster" Target="/ppt/notesMasters/notesMaster1.xml" Id="R31e400fd6e1744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ae5be8d065425c" /><Relationship Type="http://schemas.openxmlformats.org/officeDocument/2006/relationships/notesMaster" Target="/ppt/notesMasters/notesMaster1.xml" Id="R436113c412cd47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71f3be1dc549db" /><Relationship Type="http://schemas.openxmlformats.org/officeDocument/2006/relationships/notesMaster" Target="/ppt/notesMasters/notesMaster1.xml" Id="R92e943d4f9b946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f97462927a4c0d" /><Relationship Type="http://schemas.openxmlformats.org/officeDocument/2006/relationships/notesMaster" Target="/ppt/notesMasters/notesMaster1.xml" Id="R62d84cd8fd3240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c613682cdf4719" /><Relationship Type="http://schemas.openxmlformats.org/officeDocument/2006/relationships/notesMaster" Target="/ppt/notesMasters/notesMaster1.xml" Id="R2fe8490c022e47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57b9e6739042c5" /><Relationship Type="http://schemas.openxmlformats.org/officeDocument/2006/relationships/notesMaster" Target="/ppt/notesMasters/notesMaster1.xml" Id="R7dae6040001f41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6c5c5e5bf44770" /><Relationship Type="http://schemas.openxmlformats.org/officeDocument/2006/relationships/notesMaster" Target="/ppt/notesMasters/notesMaster1.xml" Id="R089e43c39d0b4f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04a038e7584202" /><Relationship Type="http://schemas.openxmlformats.org/officeDocument/2006/relationships/notesMaster" Target="/ppt/notesMasters/notesMaster1.xml" Id="Rc953701451574c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c2601ac80b4767" /><Relationship Type="http://schemas.openxmlformats.org/officeDocument/2006/relationships/notesMaster" Target="/ppt/notesMasters/notesMaster1.xml" Id="R746ab851813946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2db7749c15948ae" /><Relationship Type="http://schemas.openxmlformats.org/officeDocument/2006/relationships/notesMaster" Target="/ppt/notesMasters/notesMaster1.xml" Id="Re43405d482dd4fc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12b45ae0d647ef" /><Relationship Type="http://schemas.openxmlformats.org/officeDocument/2006/relationships/notesMaster" Target="/ppt/notesMasters/notesMaster1.xml" Id="R25164bc1af9b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开场只讲一个判断：我们交付的不是孤立页面，而是一条能运行、能解释、能验证的智能商城闭环。</a:t>
            </a:r>
          </a:p>
          <a:p xmlns:a="http://schemas.openxmlformats.org/drawingml/2006/main">
            <a:r>
              <a:t>今天重点回答两个工程问题：订单如何保持一致，Agent 如何在权限边界内调用真实业务。</a:t>
            </a:r>
          </a:p>
          <a:p xmlns:a="http://schemas.openxmlformats.org/drawingml/2006/main">
            <a:r>
              <a:t>封面截图来自项目实际前端构建；团队成员信息可以在 PowerPoint 中按真实情况补充。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这页是整套 PPT 的主线，后面每一页都回到四个数字和五个模块。</a:t>
            </a:r>
          </a:p>
          <a:p xmlns:a="http://schemas.openxmlformats.org/drawingml/2006/main">
            <a:r>
              <a:t>这里的 30 个测试是当前 surefire 报告总数，不是旧稿里的 20 或 27。</a:t>
            </a:r>
          </a:p>
          <a:p xmlns:a="http://schemas.openxmlformats.org/drawingml/2006/main">
            <a:r>
              <a:t>AI 不是额外外挂，它共享同一条商品、订单和身份链路。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主动讲范围是一种工程判断：我们没有把模拟支付、LIKE 搜索包装成生产级能力。</a:t>
            </a:r>
          </a:p>
          <a:p xmlns:a="http://schemas.openxmlformats.org/drawingml/2006/main">
            <a:r>
              <a:t>右栏的待补证会在第 28、29 页再次出现，说明项目对验收边界有自知之明。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这条旅程是答辩现场的推荐演示顺序，也是后续架构图的阅读方向。</a:t>
            </a:r>
          </a:p>
          <a:p xmlns:a="http://schemas.openxmlformats.org/drawingml/2006/main">
            <a:r>
              <a:t>关键点是 AI 位于交易闭环中，而不是另起一个与业务无关的聊天页面。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先讲边界再讲技术：主后端是业务事实的唯一写入口，Agent 是独立微服务。</a:t>
            </a:r>
          </a:p>
          <a:p xmlns:a="http://schemas.openxmlformats.org/drawingml/2006/main">
            <a:r>
              <a:t>下方的内部 REST 只表达服务间授权，不等同于用户 JWT；第 20 页会展开。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这里不要逐字读表格，只点出三条最容易被追问的映射：JWT/BCrypt、CAS 事务、LangChain 工具与记忆。</a:t>
            </a:r>
          </a:p>
          <a:p xmlns:a="http://schemas.openxmlformats.org/drawingml/2006/main">
            <a:r>
              <a:t>表格把技术栈转成可验收行为，避免停留在我们用了某某框架。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老师常问快照是不是违反三范式。回答要落在时间语义：商品改名、改价后，历史订单仍要显示下单当时的事实。</a:t>
            </a:r>
          </a:p>
          <a:p xmlns:a="http://schemas.openxmlformats.org/drawingml/2006/main">
            <a:r>
              <a:t>Agent 的 memory 表与业务表分域，是微服务边界的数据库体现。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用一个对比讲清 401 与 403：前者是没有身份，后者是身份存在但权限不够。</a:t>
            </a:r>
          </a:p>
          <a:p xmlns:a="http://schemas.openxmlformats.org/drawingml/2006/main">
            <a:r>
              <a:t>密码是 BCrypt 哈希，access/refresh 的期限和 axios 的单飞刷新都在代码里可查。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左侧是登录态真实页面，不是设计稿。</a:t>
            </a:r>
          </a:p>
          <a:p xmlns:a="http://schemas.openxmlformats.org/drawingml/2006/main">
            <a:r>
              <a:t>商品模块既是用户可见功能，也是订单和 Agent 的共同数据源。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这页主动纠正旧稿：搜索运行时确实是 LIKE，不是 MATCH AGAINST。</a:t>
            </a:r>
          </a:p>
          <a:p xmlns:a="http://schemas.openxmlformats.org/drawingml/2006/main">
            <a:r>
              <a:t>在教学项目里，能准确说出已启用和未启用，比堆砌技术名词更重要。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购物车不是单独的 UI 功能，它是订单事务的输入集合。</a:t>
            </a:r>
          </a:p>
          <a:p xmlns:a="http://schemas.openxmlformats.org/drawingml/2006/main">
            <a:r>
              <a:t>唯一约束确保同一用户同一商品只有一条 cart 记录，数量通过更新维护。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状态机页只讲合法边，不把售后扩展状态混进核心演示。</a:t>
            </a:r>
          </a:p>
          <a:p xmlns:a="http://schemas.openxmlformats.org/drawingml/2006/main">
            <a:r>
              <a:t>取消分支的重点是回补库存，避免答辩老师追问取消后库存去哪了。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先读四步，再读 SQL。老师如果问 @Transactional，准确回答当前代码采用 TransactionTemplate 的 REQUIRES_NEW 尝试。</a:t>
            </a:r>
          </a:p>
          <a:p xmlns:a="http://schemas.openxmlformats.org/drawingml/2006/main">
            <a:r>
              <a:t>CAS 的影响行数为 0 时不插脏订单，失败会回滚整次尝试。</a:t>
            </a:r>
          </a:p>
          <a:p xmlns:a="http://schemas.openxmlformats.org/drawingml/2006/main">
            <a:r>
              <a:t>课程验收条款点名 @Transactional：当前实现具备等价的事务边界与回滚语义，但注解形式并未落地。答辩时应主动说明这是实现偏差；若老师按注解形式验收，答辩前应补充薄层 @Transactional 入口并保留 CAS 重试策略。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这是订单模块最重要的运行证据：三轮、每轮 100 请求抢 80 件。</a:t>
            </a:r>
          </a:p>
          <a:p xmlns:a="http://schemas.openxmlformats.org/drawingml/2006/main">
            <a:r>
              <a:t>说明成功 80 还不够，必须同时核对 stock、sales_count、version、订单数和明细数量。</a:t>
            </a:r>
          </a:p>
          <a:p xmlns:a="http://schemas.openxmlformats.org/drawingml/2006/main">
            <a:r>
              <a:t>补充说明：脚本使用共享演示库夹具，清洁数据库复跑仍是待补证。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从这里开始把叙事重心切到 AI，但不把它神化为一个黑盒模型。</a:t>
            </a:r>
          </a:p>
          <a:p xmlns:a="http://schemas.openxmlformats.org/drawingml/2006/main">
            <a:r>
              <a:t>后面 16–26 页按生命周期、工具、鉴权、记忆、失败和前端逐层拆开。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这页先讲时序，不讲具体工具。用户输入之后，Agent 先确认身份，再加载短期与长期记忆，最后才规划工具。</a:t>
            </a:r>
          </a:p>
          <a:p xmlns:a="http://schemas.openxmlformats.org/drawingml/2006/main">
            <a:r>
              <a:t>tool_start / tool_end 事件让前端和日志都能看到执行轨迹。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八个工具中，搜索、详情、比较和偏好推荐是读工具；订单查询和加购还要经过服务间授权。</a:t>
            </a:r>
          </a:p>
          <a:p xmlns:a="http://schemas.openxmlformats.org/drawingml/2006/main">
            <a:r>
              <a:t>把 add_to_cart 单独标成 CONFIRM，提醒老师写操作不是模型一句话就能完成。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这页要强调参数和返回值，而不是只说调用过工具。</a:t>
            </a:r>
          </a:p>
          <a:p xmlns:a="http://schemas.openxmlformats.org/drawingml/2006/main">
            <a:r>
              <a:t>商品卡片中的 productId、price、stock 都来自主后端，答辩时可以用 API 再查一遍。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右侧是实际前端截图，左侧把同一场景拆成四个身份与工具步骤。</a:t>
            </a:r>
          </a:p>
          <a:p xmlns:a="http://schemas.openxmlformats.org/drawingml/2006/main">
            <a:r>
              <a:t>回答“Agent 怎么知道该用户订单”时，核心不是把 userId 放进 prompt，而是用 JWT 回访主后端确认。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AI 部分最容易被追问的安全问题。把身份认证和服务授权分成两层，避免让用户把 JWT 交给 Agent。</a:t>
            </a:r>
          </a:p>
          <a:p xmlns:a="http://schemas.openxmlformats.org/drawingml/2006/main">
            <a:r>
              <a:t>active_tool_user_id 是最后一道模型越权保护，模型不能通过参数改查另一个用户。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短期记忆回答的是“当前这一场对话说了什么”。</a:t>
            </a:r>
          </a:p>
          <a:p xmlns:a="http://schemas.openxmlformats.org/drawingml/2006/main">
            <a:r>
              <a:t>会话键包含 userId 和 sessionId，既隔离不同用户，也隔离同一用户的不同会话。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长期记忆的关键不是“模型说它记住了”，而是数据库里真的有一行可检查的标签和权重。</a:t>
            </a:r>
          </a:p>
          <a:p xmlns:a="http://schemas.openxmlformats.org/drawingml/2006/main">
            <a:r>
              <a:t>权重封顶 2.0，避免重复对话无限放大某个偏好。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这是答辩最值得现场演示的 AI 证据：跨会话，不只是同一 session 的上下文。</a:t>
            </a:r>
          </a:p>
          <a:p xmlns:a="http://schemas.openxmlformats.org/drawingml/2006/main">
            <a:r>
              <a:t>强调读取的是 top 3 标签，推荐时优先考虑但不把标签词机械地重复到每句话里。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购买方案是一个真正的多步 Agent 工作流，不是一次搜索后堆三件商品。</a:t>
            </a:r>
          </a:p>
          <a:p xmlns:a="http://schemas.openxmlformats.org/drawingml/2006/main">
            <a:r>
              <a:t>没有预算时先追问；拿到预算后再搜索和计算；用户确认后才调用写工具。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这页回答“如果 LLM 挂了怎么办”和“Agent 会不会自己下单”。</a:t>
            </a:r>
          </a:p>
          <a:p xmlns:a="http://schemas.openxmlformats.org/drawingml/2006/main">
            <a:r>
              <a:t>关键策略是让失败变得可读，让写操作有确认点，让模型不能决定库存和订单状态。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 Agent 从后端原理拉回用户体验：工具调用状态、商品卡和建议动作都落在页面上。</a:t>
            </a:r>
          </a:p>
          <a:p xmlns:a="http://schemas.openxmlformats.org/drawingml/2006/main">
            <a:r>
              <a:t>截图使用真实移动端构建，右侧是可编辑的结构化交互示意。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部署页只讲实训需要的可操作性：docker compose up -d、服务名通信、环境变量和日志。</a:t>
            </a:r>
          </a:p>
          <a:p xmlns:a="http://schemas.openxmlformats.org/drawingml/2006/main">
            <a:r>
              <a:t>不把日志管理夸大成 Prometheus/Grafana；但关键节点有足够 INFO 线索追踪。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这页是答辩可信度的关键：主链路有运行证据，但课程交付物仍有明确缺口。</a:t>
            </a:r>
          </a:p>
          <a:p xmlns:a="http://schemas.openxmlformats.org/drawingml/2006/main">
            <a:r>
              <a:t>不要把历史知识库 88 条、旧稿 20/20 测试或本轮 Codex 记录替代待补证项。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这页不是道歉页，而是优先级判断。P0 是证据和可复现性，P2 才是支付、全文检索等扩展。</a:t>
            </a:r>
          </a:p>
          <a:p xmlns:a="http://schemas.openxmlformats.org/drawingml/2006/main">
            <a:r>
              <a:t>主动讲限制，能把追问从“你们有没有做”引导到“下一步如何验收”。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收束回到开场的三个词：闭环、可解释、可验证。</a:t>
            </a:r>
          </a:p>
          <a:p xmlns:a="http://schemas.openxmlformats.org/drawingml/2006/main">
            <a:r>
              <a:t>现场演示顺序固定为 7 步；如果环境异常，优先切换到真实截图和日志证据，不临时改变主线。</a:t>
            </a:r>
          </a:p>
          <a:p xmlns:a="http://schemas.openxmlformats.org/drawingml/2006/main">
            <a:r>
              <a:t>最后把问题抛给评委：可以从 Agent 工具、服务间鉴权、事务并发或验收缺口开始提问。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3f88d47da49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5c76152b84d3e" /><Relationship Type="http://schemas.openxmlformats.org/officeDocument/2006/relationships/slideLayout" Target="/ppt/slideLayouts/slideLayout1.xml" Id="R55f9d59da01642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9d59da01642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4e314d70f43c8" /><Relationship Type="http://schemas.openxmlformats.org/officeDocument/2006/relationships/image" Target="/ppt/media/image.png" Id="R4f2fc422ce444397" /><Relationship Type="http://schemas.openxmlformats.org/officeDocument/2006/relationships/notesSlide" Target="/ppt/notesSlides/notesSlide1.xml" Id="R85d31e40ee7140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e3ef1b97845f8" /><Relationship Type="http://schemas.openxmlformats.org/officeDocument/2006/relationships/notesSlide" Target="/ppt/notesSlides/notesSlide2.xml" Id="Rd0544a771e3d4a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2ba585e5e4444" /><Relationship Type="http://schemas.openxmlformats.org/officeDocument/2006/relationships/notesSlide" Target="/ppt/notesSlides/notesSlide3.xml" Id="R71af085b1f3640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f2ce4aaf6498f" /><Relationship Type="http://schemas.openxmlformats.org/officeDocument/2006/relationships/notesSlide" Target="/ppt/notesSlides/notesSlide4.xml" Id="Rb984ec01fe28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ef970618f4f16" /><Relationship Type="http://schemas.openxmlformats.org/officeDocument/2006/relationships/notesSlide" Target="/ppt/notesSlides/notesSlide5.xml" Id="Rb2f6d951fe95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b2ff8f4ae4c7e" /><Relationship Type="http://schemas.openxmlformats.org/officeDocument/2006/relationships/notesSlide" Target="/ppt/notesSlides/notesSlide6.xml" Id="Rd925aac0a57f46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382cb4d2e48d9" /><Relationship Type="http://schemas.openxmlformats.org/officeDocument/2006/relationships/notesSlide" Target="/ppt/notesSlides/notesSlide7.xml" Id="Ra241103c25e348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834365ef64a75" /><Relationship Type="http://schemas.openxmlformats.org/officeDocument/2006/relationships/notesSlide" Target="/ppt/notesSlides/notesSlide8.xml" Id="R5741cb81da5b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0181e10b54301" /><Relationship Type="http://schemas.openxmlformats.org/officeDocument/2006/relationships/image" Target="/ppt/media/image.jpeg" Id="R3cfb27638dc642a8" /><Relationship Type="http://schemas.openxmlformats.org/officeDocument/2006/relationships/notesSlide" Target="/ppt/notesSlides/notesSlide9.xml" Id="R0f30577f4e944c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4ac806a4b46e8" /><Relationship Type="http://schemas.openxmlformats.org/officeDocument/2006/relationships/notesSlide" Target="/ppt/notesSlides/notesSlide10.xml" Id="R0dd947f3c354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97a885abb439a" /><Relationship Type="http://schemas.openxmlformats.org/officeDocument/2006/relationships/image" Target="/ppt/media/image2.jpeg" Id="Rbd3d5eee837c4962" /><Relationship Type="http://schemas.openxmlformats.org/officeDocument/2006/relationships/notesSlide" Target="/ppt/notesSlides/notesSlide11.xml" Id="R4b1a2d46cb884b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622c328e447c6" /><Relationship Type="http://schemas.openxmlformats.org/officeDocument/2006/relationships/notesSlide" Target="/ppt/notesSlides/notesSlide12.xml" Id="R76a175a7de6347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690db788a4f04" /><Relationship Type="http://schemas.openxmlformats.org/officeDocument/2006/relationships/notesSlide" Target="/ppt/notesSlides/notesSlide13.xml" Id="R112bfc2f346e47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3329bbf9a436d" /><Relationship Type="http://schemas.openxmlformats.org/officeDocument/2006/relationships/notesSlide" Target="/ppt/notesSlides/notesSlide14.xml" Id="R470069e9cca843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9afa34ce141b4" /><Relationship Type="http://schemas.openxmlformats.org/officeDocument/2006/relationships/notesSlide" Target="/ppt/notesSlides/notesSlide15.xml" Id="R43fc14879a3944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a9c7bc9af4822" /><Relationship Type="http://schemas.openxmlformats.org/officeDocument/2006/relationships/notesSlide" Target="/ppt/notesSlides/notesSlide16.xml" Id="R672cbf910ca140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aa746c0f4cf7" /><Relationship Type="http://schemas.openxmlformats.org/officeDocument/2006/relationships/notesSlide" Target="/ppt/notesSlides/notesSlide17.xml" Id="R4a336ea162dc4a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c3efc35fa4856" /><Relationship Type="http://schemas.openxmlformats.org/officeDocument/2006/relationships/notesSlide" Target="/ppt/notesSlides/notesSlide18.xml" Id="Re3872b32a45642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5a55475b44000" /><Relationship Type="http://schemas.openxmlformats.org/officeDocument/2006/relationships/image" Target="/ppt/media/image3.jpeg" Id="R15a89a547b71486c" /><Relationship Type="http://schemas.openxmlformats.org/officeDocument/2006/relationships/notesSlide" Target="/ppt/notesSlides/notesSlide19.xml" Id="R1bc67f7a92154b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44c9ac084428b" /><Relationship Type="http://schemas.openxmlformats.org/officeDocument/2006/relationships/notesSlide" Target="/ppt/notesSlides/notesSlide20.xml" Id="R9922d8243b904f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e49780bac4df5" /><Relationship Type="http://schemas.openxmlformats.org/officeDocument/2006/relationships/notesSlide" Target="/ppt/notesSlides/notesSlide21.xml" Id="R22d202eb536647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2fae18edc4b68" /><Relationship Type="http://schemas.openxmlformats.org/officeDocument/2006/relationships/notesSlide" Target="/ppt/notesSlides/notesSlide22.xml" Id="R1276f8bb6e5044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1d8add6e64c94" /><Relationship Type="http://schemas.openxmlformats.org/officeDocument/2006/relationships/notesSlide" Target="/ppt/notesSlides/notesSlide23.xml" Id="Re6a89ca84b3842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46b526a2c4cdf" /><Relationship Type="http://schemas.openxmlformats.org/officeDocument/2006/relationships/notesSlide" Target="/ppt/notesSlides/notesSlide24.xml" Id="R9967456a317845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907303ab4849" /><Relationship Type="http://schemas.openxmlformats.org/officeDocument/2006/relationships/notesSlide" Target="/ppt/notesSlides/notesSlide25.xml" Id="R4913d9845b1045e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c309587084511" /><Relationship Type="http://schemas.openxmlformats.org/officeDocument/2006/relationships/image" Target="/ppt/media/image2.png" Id="R2e52d7e6cf6b41b0" /><Relationship Type="http://schemas.openxmlformats.org/officeDocument/2006/relationships/notesSlide" Target="/ppt/notesSlides/notesSlide26.xml" Id="R2cf99e1800714a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56d4120b84a9c" /><Relationship Type="http://schemas.openxmlformats.org/officeDocument/2006/relationships/notesSlide" Target="/ppt/notesSlides/notesSlide27.xml" Id="Rde73c3c5914244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187e5cac74993" /><Relationship Type="http://schemas.openxmlformats.org/officeDocument/2006/relationships/notesSlide" Target="/ppt/notesSlides/notesSlide28.xml" Id="Rd654f873fa944b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f626a83f14022" /><Relationship Type="http://schemas.openxmlformats.org/officeDocument/2006/relationships/notesSlide" Target="/ppt/notesSlides/notesSlide29.xml" Id="R50cb71911b0e4a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6b85e3fe140c4" /><Relationship Type="http://schemas.openxmlformats.org/officeDocument/2006/relationships/notesSlide" Target="/ppt/notesSlides/notesSlide30.xml" Id="R6b6b6c9c7f56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">
            <a:extLst xmlns:a="http://schemas.openxmlformats.org/drawingml/2006/main">
              <a:ext uri="{FF2B5EF4-FFF2-40B4-BE49-F238E27FC236}">
                <a16:creationId xmlns:a16="http://schemas.microsoft.com/office/drawing/2014/main" id="{365E4B64-B8FC-4424-9AF1-3D5BE86C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B935B514-FA8F-4AB1-9E1D-4710C28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E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90F8CAE-B9B4-4838-BFC4-00EAB106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rPr>
              <a:t>SMART MALL · SOFTWARE ENGINEERING DEFENSE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6AEFB9A-3AD7-49D4-A580-DD2D150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54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Store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63ADEF9-95E6-424F-81F2-9968DF2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智能商城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A565CCF-A859-4403-9D44-ECDE805D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rPr>
              <a:t>电商主链路 + 可调用工具的 AI 导购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F4594981-9E3F-4870-9B7D-14B2532C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6764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CF58429-7765-4D1D-9C10-5083FB7B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12–15 MIN DEFENSE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5E7D3936-1655-44FA-9612-989540FB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项目组 · 2026.07</a:t>
            </a:r>
          </a:p>
        </p:txBody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E8A350E7-DAED-46C3-AEF2-D7D0DDDC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57250"/>
            <a:ext cx="3810000" cy="4876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9525">
            <a:solidFill>
              <a:srgbClr val="4951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fc422ce444397"/>
          <a:srcRect xmlns:a="http://schemas.openxmlformats.org/drawingml/2006/main" l="23056" t="0" r="23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914400"/>
            <a:ext cx="3695700" cy="4762500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sp>
        <p:nvSpPr>
          <p:cNvPr id="12" name="shape-11">
            <a:extLst xmlns:a="http://schemas.openxmlformats.org/drawingml/2006/main">
              <a:ext uri="{FF2B5EF4-FFF2-40B4-BE49-F238E27FC236}">
                <a16:creationId xmlns:a16="http://schemas.microsoft.com/office/drawing/2014/main" id="{B741C067-A06C-4FA9-AE55-1CD4D24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8110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D48EEB3-3C38-4526-B8A4-24824536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96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AI GUIDE</a:t>
            </a:r>
          </a:p>
        </p:txBody>
      </p:sp>
      <p:sp>
        <p:nvSpPr>
          <p:cNvPr id="14" name="line-13">
            <a:extLst xmlns:a="http://schemas.openxmlformats.org/drawingml/2006/main">
              <a:ext uri="{FF2B5EF4-FFF2-40B4-BE49-F238E27FC236}">
                <a16:creationId xmlns:a16="http://schemas.microsoft.com/office/drawing/2014/main" id="{69CFADBB-1FEF-4301-A91B-0966984D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626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24A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786D0CD-13FB-4990-8567-557F792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1505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rPr>
              <a:t>从真实商品数据，到可解释的 Agent 行为</a:t>
            </a:r>
          </a:p>
        </p:txBody>
      </p:sp>
    </p:spTree>
    <p:extLst>
      <p:ext uri="{BB962C8B-B14F-4D97-AF65-F5344CB8AC3E}">
        <p14:creationId xmlns:p14="http://schemas.microsoft.com/office/powerpoint/2010/main" val="1020423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5">
            <a:extLst xmlns:a="http://schemas.openxmlformats.org/drawingml/2006/main">
              <a:ext uri="{FF2B5EF4-FFF2-40B4-BE49-F238E27FC236}">
                <a16:creationId xmlns:a16="http://schemas.microsoft.com/office/drawing/2014/main" id="{5C6C6246-EED6-4853-92DB-B392FFE0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THE THESIS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22EB0AA3-4F68-4C93-8CC2-A4945525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一条链路串起五大模块</a:t>
            </a:r>
          </a:p>
        </p:txBody>
      </p: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9EA9DD6C-FF1F-4936-A718-9A37611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核心功能、部署单元和验证证据都围绕同一条用户旅程组织。</a:t>
            </a:r>
          </a:p>
        </p:txBody>
      </p:sp>
      <p:sp>
        <p:nvSpPr>
          <p:cNvPr id="4" name="line-18">
            <a:extLst xmlns:a="http://schemas.openxmlformats.org/drawingml/2006/main">
              <a:ext uri="{FF2B5EF4-FFF2-40B4-BE49-F238E27FC236}">
                <a16:creationId xmlns:a16="http://schemas.microsoft.com/office/drawing/2014/main" id="{CD8355DB-5DB7-4A61-9E20-69593ED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19">
            <a:extLst xmlns:a="http://schemas.openxmlformats.org/drawingml/2006/main">
              <a:ext uri="{FF2B5EF4-FFF2-40B4-BE49-F238E27FC236}">
                <a16:creationId xmlns:a16="http://schemas.microsoft.com/office/drawing/2014/main" id="{322C69AA-251C-433C-8B92-486E91E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28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2F5BFF"/>
            </a:solidFill>
            <a:prstDash val="solid"/>
          </a:ln>
        </p:spPr>
      </p:sp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3C1FBC06-94DA-4D9B-B9B5-65C02EEA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text-21">
            <a:extLst xmlns:a="http://schemas.openxmlformats.org/drawingml/2006/main">
              <a:ext uri="{FF2B5EF4-FFF2-40B4-BE49-F238E27FC236}">
                <a16:creationId xmlns:a16="http://schemas.microsoft.com/office/drawing/2014/main" id="{CC34B4EB-5F2C-4AA3-B281-D9CB70A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必验收模块</a:t>
            </a:r>
          </a:p>
        </p:txBody>
      </p:sp>
      <p:sp>
        <p:nvSpPr>
          <p:cNvPr id="8" name="text-22">
            <a:extLst xmlns:a="http://schemas.openxmlformats.org/drawingml/2006/main">
              <a:ext uri="{FF2B5EF4-FFF2-40B4-BE49-F238E27FC236}">
                <a16:creationId xmlns:a16="http://schemas.microsoft.com/office/drawing/2014/main" id="{6B706493-2F47-4F7E-90FF-320A9DC6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053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用户 / 商品 / 订单 / 搜索 / AI</a:t>
            </a:r>
          </a:p>
        </p:txBody>
      </p:sp>
      <p:sp>
        <p:nvSpPr>
          <p:cNvPr id="9" name="shape-23">
            <a:extLst xmlns:a="http://schemas.openxmlformats.org/drawingml/2006/main">
              <a:ext uri="{FF2B5EF4-FFF2-40B4-BE49-F238E27FC236}">
                <a16:creationId xmlns:a16="http://schemas.microsoft.com/office/drawing/2014/main" id="{2E5A52E6-FB87-4DD6-8C86-FE53014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28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0C642CCE-9CA2-41CC-A7D6-4D9127B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996E9CCC-56AF-4A76-9FF8-A40472F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Compose 服务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D708D22F-10E3-4E38-BEBD-E5EE127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53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frontend · backend · agent · mysql</a:t>
            </a:r>
          </a:p>
        </p:txBody>
      </p:sp>
      <p:sp>
        <p:nvSpPr>
          <p:cNvPr id="13" name="shape-27">
            <a:extLst xmlns:a="http://schemas.openxmlformats.org/drawingml/2006/main">
              <a:ext uri="{FF2B5EF4-FFF2-40B4-BE49-F238E27FC236}">
                <a16:creationId xmlns:a16="http://schemas.microsoft.com/office/drawing/2014/main" id="{128ECAC9-5EEB-4A4D-9772-0935C37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28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4" name="text-28">
            <a:extLst xmlns:a="http://schemas.openxmlformats.org/drawingml/2006/main">
              <a:ext uri="{FF2B5EF4-FFF2-40B4-BE49-F238E27FC236}">
                <a16:creationId xmlns:a16="http://schemas.microsoft.com/office/drawing/2014/main" id="{AB37E0AA-EC32-4B72-8141-7C11122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5" name="text-29">
            <a:extLst xmlns:a="http://schemas.openxmlformats.org/drawingml/2006/main">
              <a:ext uri="{FF2B5EF4-FFF2-40B4-BE49-F238E27FC236}">
                <a16:creationId xmlns:a16="http://schemas.microsoft.com/office/drawing/2014/main" id="{07C53DEC-C2A2-42E8-AF6D-E68455F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 工具</a:t>
            </a:r>
          </a:p>
        </p:txBody>
      </p:sp>
      <p:sp>
        <p:nvSpPr>
          <p:cNvPr id="16" name="text-30">
            <a:extLst xmlns:a="http://schemas.openxmlformats.org/drawingml/2006/main">
              <a:ext uri="{FF2B5EF4-FFF2-40B4-BE49-F238E27FC236}">
                <a16:creationId xmlns:a16="http://schemas.microsoft.com/office/drawing/2014/main" id="{8D795690-227F-4864-B6EF-2338E96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053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读事实、做比较、算方案、受控写入</a:t>
            </a:r>
          </a:p>
        </p:txBody>
      </p:sp>
      <p:sp>
        <p:nvSpPr>
          <p:cNvPr id="17" name="shape-31">
            <a:extLst xmlns:a="http://schemas.openxmlformats.org/drawingml/2006/main">
              <a:ext uri="{FF2B5EF4-FFF2-40B4-BE49-F238E27FC236}">
                <a16:creationId xmlns:a16="http://schemas.microsoft.com/office/drawing/2014/main" id="{A9156025-2C27-48D4-888E-F159ADF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28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18" name="text-32">
            <a:extLst xmlns:a="http://schemas.openxmlformats.org/drawingml/2006/main">
              <a:ext uri="{FF2B5EF4-FFF2-40B4-BE49-F238E27FC236}">
                <a16:creationId xmlns:a16="http://schemas.microsoft.com/office/drawing/2014/main" id="{DD75DD0D-FF37-468E-9573-DF233515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90900"/>
            <a:ext cx="121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9" name="text-33">
            <a:extLst xmlns:a="http://schemas.openxmlformats.org/drawingml/2006/main">
              <a:ext uri="{FF2B5EF4-FFF2-40B4-BE49-F238E27FC236}">
                <a16:creationId xmlns:a16="http://schemas.microsoft.com/office/drawing/2014/main" id="{D238C163-0F22-4594-B606-44F3021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后端测试</a:t>
            </a:r>
          </a:p>
        </p:txBody>
      </p:sp>
      <p:sp>
        <p:nvSpPr>
          <p:cNvPr id="20" name="text-34">
            <a:extLst xmlns:a="http://schemas.openxmlformats.org/drawingml/2006/main">
              <a:ext uri="{FF2B5EF4-FFF2-40B4-BE49-F238E27FC236}">
                <a16:creationId xmlns:a16="http://schemas.microsoft.com/office/drawing/2014/main" id="{CBCE1639-36CF-4A21-AA23-77E0F65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053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0 failures · 0 errors</a:t>
            </a:r>
          </a:p>
        </p:txBody>
      </p:sp>
      <p:sp>
        <p:nvSpPr>
          <p:cNvPr id="21" name="shape-35">
            <a:extLst xmlns:a="http://schemas.openxmlformats.org/drawingml/2006/main">
              <a:ext uri="{FF2B5EF4-FFF2-40B4-BE49-F238E27FC236}">
                <a16:creationId xmlns:a16="http://schemas.microsoft.com/office/drawing/2014/main" id="{DA8F3A91-2D55-4FA3-B627-74A2B4E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6">
            <a:extLst xmlns:a="http://schemas.openxmlformats.org/drawingml/2006/main">
              <a:ext uri="{FF2B5EF4-FFF2-40B4-BE49-F238E27FC236}">
                <a16:creationId xmlns:a16="http://schemas.microsoft.com/office/drawing/2014/main" id="{A3EEDD2C-45AC-468E-9CEF-D694005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578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3" name="text-37">
            <a:extLst xmlns:a="http://schemas.openxmlformats.org/drawingml/2006/main">
              <a:ext uri="{FF2B5EF4-FFF2-40B4-BE49-F238E27FC236}">
                <a16:creationId xmlns:a16="http://schemas.microsoft.com/office/drawing/2014/main" id="{488A81D5-8613-41D9-AFDE-13973D33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9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把“商城能用”和“Agent可信”放进同一套可演示闭环。</a:t>
            </a:r>
          </a:p>
        </p:txBody>
      </p:sp>
      <p:sp>
        <p:nvSpPr>
          <p:cNvPr id="24" name="line-38">
            <a:extLst xmlns:a="http://schemas.openxmlformats.org/drawingml/2006/main">
              <a:ext uri="{FF2B5EF4-FFF2-40B4-BE49-F238E27FC236}">
                <a16:creationId xmlns:a16="http://schemas.microsoft.com/office/drawing/2014/main" id="{2D9AEBAE-9B87-4429-BEB2-65FD756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5" name="text-39">
            <a:extLst xmlns:a="http://schemas.openxmlformats.org/drawingml/2006/main">
              <a:ext uri="{FF2B5EF4-FFF2-40B4-BE49-F238E27FC236}">
                <a16:creationId xmlns:a16="http://schemas.microsoft.com/office/drawing/2014/main" id="{449D1C8F-B619-4874-94AB-EBC3FCD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PROJECT_HANDOFF_CURRENT_STATUS.md · acceptance logs</a:t>
            </a:r>
          </a:p>
        </p:txBody>
      </p:sp>
      <p:sp>
        <p:nvSpPr>
          <p:cNvPr id="26" name="text-40">
            <a:extLst xmlns:a="http://schemas.openxmlformats.org/drawingml/2006/main">
              <a:ext uri="{FF2B5EF4-FFF2-40B4-BE49-F238E27FC236}">
                <a16:creationId xmlns:a16="http://schemas.microsoft.com/office/drawing/2014/main" id="{9E0B43ED-34FB-4EEF-9A81-C0E1D43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6173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">
            <a:extLst xmlns:a="http://schemas.openxmlformats.org/drawingml/2006/main">
              <a:ext uri="{FF2B5EF4-FFF2-40B4-BE49-F238E27FC236}">
                <a16:creationId xmlns:a16="http://schemas.microsoft.com/office/drawing/2014/main" id="{9769A5F1-C67B-4FD0-B9C8-2A5B6D0A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SCOPE &amp; TRADE-OFFS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649ECA82-4332-46F9-844E-BF8576CA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目标是“可演示闭环”，不是生产级双十一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09F69FAB-C606-48DB-9D2D-6F74DF71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15 个实训工作日里，优先完成可复现主链路，再把取舍讲清楚。</a:t>
            </a:r>
          </a:p>
        </p:txBody>
      </p:sp>
      <p:sp>
        <p:nvSpPr>
          <p:cNvPr id="4" name="shape-44">
            <a:extLst xmlns:a="http://schemas.openxmlformats.org/drawingml/2006/main">
              <a:ext uri="{FF2B5EF4-FFF2-40B4-BE49-F238E27FC236}">
                <a16:creationId xmlns:a16="http://schemas.microsoft.com/office/drawing/2014/main" id="{10D1F21E-7464-4FCD-A3CE-20696345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006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shape-45">
            <a:extLst xmlns:a="http://schemas.openxmlformats.org/drawingml/2006/main">
              <a:ext uri="{FF2B5EF4-FFF2-40B4-BE49-F238E27FC236}">
                <a16:creationId xmlns:a16="http://schemas.microsoft.com/office/drawing/2014/main" id="{08A16358-7B5C-423A-A991-024BA8F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2006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BF956264-9FF1-47F1-ADB0-A8C2CB01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27162098-8485-4399-8122-7DE1C95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必须交付</a:t>
            </a:r>
          </a:p>
        </p:txBody>
      </p:sp>
      <p:sp>
        <p:nvSpPr>
          <p:cNvPr id="8" name="shape-48">
            <a:extLst xmlns:a="http://schemas.openxmlformats.org/drawingml/2006/main">
              <a:ext uri="{FF2B5EF4-FFF2-40B4-BE49-F238E27FC236}">
                <a16:creationId xmlns:a16="http://schemas.microsoft.com/office/drawing/2014/main" id="{7161B413-2EC7-4E1C-8CD4-03E0A1B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9">
            <a:extLst xmlns:a="http://schemas.openxmlformats.org/drawingml/2006/main">
              <a:ext uri="{FF2B5EF4-FFF2-40B4-BE49-F238E27FC236}">
                <a16:creationId xmlns:a16="http://schemas.microsoft.com/office/drawing/2014/main" id="{0EF867B3-DD14-4C4C-8B5E-98D74A19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98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明确简化</a:t>
            </a:r>
          </a:p>
        </p:txBody>
      </p:sp>
      <p:sp>
        <p:nvSpPr>
          <p:cNvPr id="10" name="shape-50">
            <a:extLst xmlns:a="http://schemas.openxmlformats.org/drawingml/2006/main">
              <a:ext uri="{FF2B5EF4-FFF2-40B4-BE49-F238E27FC236}">
                <a16:creationId xmlns:a16="http://schemas.microsoft.com/office/drawing/2014/main" id="{0EBD159C-E2EE-46D6-9CB9-E2B4E1F5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51">
            <a:extLst xmlns:a="http://schemas.openxmlformats.org/drawingml/2006/main">
              <a:ext uri="{FF2B5EF4-FFF2-40B4-BE49-F238E27FC236}">
                <a16:creationId xmlns:a16="http://schemas.microsoft.com/office/drawing/2014/main" id="{CE847ED6-7AA3-4087-BE2E-23A8FE0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2" name="text-52">
            <a:extLst xmlns:a="http://schemas.openxmlformats.org/drawingml/2006/main">
              <a:ext uri="{FF2B5EF4-FFF2-40B4-BE49-F238E27FC236}">
                <a16:creationId xmlns:a16="http://schemas.microsoft.com/office/drawing/2014/main" id="{F108EE4E-D04D-4E30-9F17-E287E800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注册 / 登录 / JWT / 个人中心</a:t>
            </a:r>
          </a:p>
        </p:txBody>
      </p:sp>
      <p:sp>
        <p:nvSpPr>
          <p:cNvPr id="13" name="shape-53">
            <a:extLst xmlns:a="http://schemas.openxmlformats.org/drawingml/2006/main">
              <a:ext uri="{FF2B5EF4-FFF2-40B4-BE49-F238E27FC236}">
                <a16:creationId xmlns:a16="http://schemas.microsoft.com/office/drawing/2014/main" id="{6AC1E8AC-C0DA-4129-A205-1B9C3F73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4">
            <a:extLst xmlns:a="http://schemas.openxmlformats.org/drawingml/2006/main">
              <a:ext uri="{FF2B5EF4-FFF2-40B4-BE49-F238E27FC236}">
                <a16:creationId xmlns:a16="http://schemas.microsoft.com/office/drawing/2014/main" id="{19EDDBE7-957B-4A93-99D8-2DDAB8D1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15" name="text-55">
            <a:extLst xmlns:a="http://schemas.openxmlformats.org/drawingml/2006/main">
              <a:ext uri="{FF2B5EF4-FFF2-40B4-BE49-F238E27FC236}">
                <a16:creationId xmlns:a16="http://schemas.microsoft.com/office/drawing/2014/main" id="{DAAA9C65-BF67-4580-9215-FE04E24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分类 / CRUD / 库存 / 图片</a:t>
            </a:r>
          </a:p>
        </p:txBody>
      </p:sp>
      <p:sp>
        <p:nvSpPr>
          <p:cNvPr id="16" name="shape-56">
            <a:extLst xmlns:a="http://schemas.openxmlformats.org/drawingml/2006/main">
              <a:ext uri="{FF2B5EF4-FFF2-40B4-BE49-F238E27FC236}">
                <a16:creationId xmlns:a16="http://schemas.microsoft.com/office/drawing/2014/main" id="{68284980-2AB9-4B87-994E-86CEDDD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7">
            <a:extLst xmlns:a="http://schemas.openxmlformats.org/drawingml/2006/main">
              <a:ext uri="{FF2B5EF4-FFF2-40B4-BE49-F238E27FC236}">
                <a16:creationId xmlns:a16="http://schemas.microsoft.com/office/drawing/2014/main" id="{A733F505-C1B9-458A-AE5B-9F3C4D3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8" name="text-58">
            <a:extLst xmlns:a="http://schemas.openxmlformats.org/drawingml/2006/main">
              <a:ext uri="{FF2B5EF4-FFF2-40B4-BE49-F238E27FC236}">
                <a16:creationId xmlns:a16="http://schemas.microsoft.com/office/drawing/2014/main" id="{E23CEC9A-746A-47BA-A5DB-3C35F02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购物车 / 下单 / 状态 / 回补</a:t>
            </a:r>
          </a:p>
        </p:txBody>
      </p:sp>
      <p:sp>
        <p:nvSpPr>
          <p:cNvPr id="19" name="shape-59">
            <a:extLst xmlns:a="http://schemas.openxmlformats.org/drawingml/2006/main">
              <a:ext uri="{FF2B5EF4-FFF2-40B4-BE49-F238E27FC236}">
                <a16:creationId xmlns:a16="http://schemas.microsoft.com/office/drawing/2014/main" id="{00626578-68EC-4D7A-8E3B-E1FF5E32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0">
            <a:extLst xmlns:a="http://schemas.openxmlformats.org/drawingml/2006/main">
              <a:ext uri="{FF2B5EF4-FFF2-40B4-BE49-F238E27FC236}">
                <a16:creationId xmlns:a16="http://schemas.microsoft.com/office/drawing/2014/main" id="{3C6659F9-7B27-4156-8C14-834F3AD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21" name="text-61">
            <a:extLst xmlns:a="http://schemas.openxmlformats.org/drawingml/2006/main">
              <a:ext uri="{FF2B5EF4-FFF2-40B4-BE49-F238E27FC236}">
                <a16:creationId xmlns:a16="http://schemas.microsoft.com/office/drawing/2014/main" id="{06A906BD-990C-4BB5-A68C-7880B18D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LIKE 模糊 / 排序 / 分页</a:t>
            </a:r>
          </a:p>
        </p:txBody>
      </p:sp>
      <p:sp>
        <p:nvSpPr>
          <p:cNvPr id="22" name="shape-62">
            <a:extLst xmlns:a="http://schemas.openxmlformats.org/drawingml/2006/main">
              <a:ext uri="{FF2B5EF4-FFF2-40B4-BE49-F238E27FC236}">
                <a16:creationId xmlns:a16="http://schemas.microsoft.com/office/drawing/2014/main" id="{B50B4A97-865D-44AC-AA92-FC3B9CBA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3">
            <a:extLst xmlns:a="http://schemas.openxmlformats.org/drawingml/2006/main">
              <a:ext uri="{FF2B5EF4-FFF2-40B4-BE49-F238E27FC236}">
                <a16:creationId xmlns:a16="http://schemas.microsoft.com/office/drawing/2014/main" id="{CC4C8048-97D3-4391-99FE-B9E29A0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4" name="text-64">
            <a:extLst xmlns:a="http://schemas.openxmlformats.org/drawingml/2006/main">
              <a:ext uri="{FF2B5EF4-FFF2-40B4-BE49-F238E27FC236}">
                <a16:creationId xmlns:a16="http://schemas.microsoft.com/office/drawing/2014/main" id="{C552FF4E-0096-41F9-99C9-5213E29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387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工具调用 / 长短期记忆 / 鉴权</a:t>
            </a:r>
          </a:p>
        </p:txBody>
      </p:sp>
      <p:sp>
        <p:nvSpPr>
          <p:cNvPr id="25" name="shape-65">
            <a:extLst xmlns:a="http://schemas.openxmlformats.org/drawingml/2006/main">
              <a:ext uri="{FF2B5EF4-FFF2-40B4-BE49-F238E27FC236}">
                <a16:creationId xmlns:a16="http://schemas.microsoft.com/office/drawing/2014/main" id="{81D07819-52DE-4C3A-885E-4A48DFF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6">
            <a:extLst xmlns:a="http://schemas.openxmlformats.org/drawingml/2006/main">
              <a:ext uri="{FF2B5EF4-FFF2-40B4-BE49-F238E27FC236}">
                <a16:creationId xmlns:a16="http://schemas.microsoft.com/office/drawing/2014/main" id="{10011DE2-131D-4401-8B4D-144BC2D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27" name="text-67">
            <a:extLst xmlns:a="http://schemas.openxmlformats.org/drawingml/2006/main">
              <a:ext uri="{FF2B5EF4-FFF2-40B4-BE49-F238E27FC236}">
                <a16:creationId xmlns:a16="http://schemas.microsoft.com/office/drawing/2014/main" id="{00DDA6AB-FEEB-49C5-8C0D-2787E9E5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99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rPr>
              <a:t>模拟支付，不接第三方资质</a:t>
            </a:r>
          </a:p>
        </p:txBody>
      </p:sp>
      <p:sp>
        <p:nvSpPr>
          <p:cNvPr id="28" name="shape-68">
            <a:extLst xmlns:a="http://schemas.openxmlformats.org/drawingml/2006/main">
              <a:ext uri="{FF2B5EF4-FFF2-40B4-BE49-F238E27FC236}">
                <a16:creationId xmlns:a16="http://schemas.microsoft.com/office/drawing/2014/main" id="{336F773D-FCBE-4304-8446-4F1BA4D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69">
            <a:extLst xmlns:a="http://schemas.openxmlformats.org/drawingml/2006/main">
              <a:ext uri="{FF2B5EF4-FFF2-40B4-BE49-F238E27FC236}">
                <a16:creationId xmlns:a16="http://schemas.microsoft.com/office/drawing/2014/main" id="{524FBEEC-23BD-4357-B0D0-DDCB5607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909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30" name="text-70">
            <a:extLst xmlns:a="http://schemas.openxmlformats.org/drawingml/2006/main">
              <a:ext uri="{FF2B5EF4-FFF2-40B4-BE49-F238E27FC236}">
                <a16:creationId xmlns:a16="http://schemas.microsoft.com/office/drawing/2014/main" id="{B0D115A0-CA9C-4940-A238-5A7B97ED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671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rPr>
              <a:t>轻量知识库，不引入向量数据库</a:t>
            </a:r>
          </a:p>
        </p:txBody>
      </p:sp>
      <p:sp>
        <p:nvSpPr>
          <p:cNvPr id="31" name="shape-71">
            <a:extLst xmlns:a="http://schemas.openxmlformats.org/drawingml/2006/main">
              <a:ext uri="{FF2B5EF4-FFF2-40B4-BE49-F238E27FC236}">
                <a16:creationId xmlns:a16="http://schemas.microsoft.com/office/drawing/2014/main" id="{1FB297BC-F94E-462B-87F0-8CE97C7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72">
            <a:extLst xmlns:a="http://schemas.openxmlformats.org/drawingml/2006/main">
              <a:ext uri="{FF2B5EF4-FFF2-40B4-BE49-F238E27FC236}">
                <a16:creationId xmlns:a16="http://schemas.microsoft.com/office/drawing/2014/main" id="{1E62F2FE-28F9-4D5A-8D59-754F89F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33" name="text-73">
            <a:extLst xmlns:a="http://schemas.openxmlformats.org/drawingml/2006/main">
              <a:ext uri="{FF2B5EF4-FFF2-40B4-BE49-F238E27FC236}">
                <a16:creationId xmlns:a16="http://schemas.microsoft.com/office/drawing/2014/main" id="{F2A5A9DF-6B10-4DC3-A56A-55850CF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243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rPr>
              <a:t>不做网关、注册中心、MQ</a:t>
            </a:r>
          </a:p>
        </p:txBody>
      </p:sp>
      <p:sp>
        <p:nvSpPr>
          <p:cNvPr id="34" name="shape-74">
            <a:extLst xmlns:a="http://schemas.openxmlformats.org/drawingml/2006/main">
              <a:ext uri="{FF2B5EF4-FFF2-40B4-BE49-F238E27FC236}">
                <a16:creationId xmlns:a16="http://schemas.microsoft.com/office/drawing/2014/main" id="{2063E16A-AAB4-4E92-9A80-8C67AC15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75">
            <a:extLst xmlns:a="http://schemas.openxmlformats.org/drawingml/2006/main">
              <a:ext uri="{FF2B5EF4-FFF2-40B4-BE49-F238E27FC236}">
                <a16:creationId xmlns:a16="http://schemas.microsoft.com/office/drawing/2014/main" id="{ECEA42C5-9ADD-463C-91C6-FE203E6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36" name="text-76">
            <a:extLst xmlns:a="http://schemas.openxmlformats.org/drawingml/2006/main">
              <a:ext uri="{FF2B5EF4-FFF2-40B4-BE49-F238E27FC236}">
                <a16:creationId xmlns:a16="http://schemas.microsoft.com/office/drawing/2014/main" id="{7C52C225-8440-4911-BC0F-103F389A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815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rPr>
              <a:t>运行时 LIKE，ngram 索引未启用</a:t>
            </a:r>
          </a:p>
        </p:txBody>
      </p:sp>
      <p:sp>
        <p:nvSpPr>
          <p:cNvPr id="37" name="shape-77">
            <a:extLst xmlns:a="http://schemas.openxmlformats.org/drawingml/2006/main">
              <a:ext uri="{FF2B5EF4-FFF2-40B4-BE49-F238E27FC236}">
                <a16:creationId xmlns:a16="http://schemas.microsoft.com/office/drawing/2014/main" id="{D15C7823-C8CD-4507-B9F6-ED06CB2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78">
            <a:extLst xmlns:a="http://schemas.openxmlformats.org/drawingml/2006/main">
              <a:ext uri="{FF2B5EF4-FFF2-40B4-BE49-F238E27FC236}">
                <a16:creationId xmlns:a16="http://schemas.microsoft.com/office/drawing/2014/main" id="{7ABB6680-9D40-4298-B1D0-8717504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9" name="text-79">
            <a:extLst xmlns:a="http://schemas.openxmlformats.org/drawingml/2006/main">
              <a:ext uri="{FF2B5EF4-FFF2-40B4-BE49-F238E27FC236}">
                <a16:creationId xmlns:a16="http://schemas.microsoft.com/office/drawing/2014/main" id="{22DBE9A7-3EC7-4131-ACAE-5EC6D5FA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387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AEB5BC"/>
                </a:solidFill>
                <a:latin typeface="Microsoft YaHei"/>
                <a:ea typeface="Microsoft YaHei"/>
                <a:cs typeface="Microsoft YaHei"/>
              </a:rPr>
              <a:t>独立 DB / PR / Claude 截图仍待补</a:t>
            </a:r>
          </a:p>
        </p:txBody>
      </p:sp>
      <p:sp>
        <p:nvSpPr>
          <p:cNvPr id="40" name="line-80">
            <a:extLst xmlns:a="http://schemas.openxmlformats.org/drawingml/2006/main">
              <a:ext uri="{FF2B5EF4-FFF2-40B4-BE49-F238E27FC236}">
                <a16:creationId xmlns:a16="http://schemas.microsoft.com/office/drawing/2014/main" id="{61C7C5CE-F9D4-4D0B-9046-5312C70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41" name="text-81">
            <a:extLst xmlns:a="http://schemas.openxmlformats.org/drawingml/2006/main">
              <a:ext uri="{FF2B5EF4-FFF2-40B4-BE49-F238E27FC236}">
                <a16:creationId xmlns:a16="http://schemas.microsoft.com/office/drawing/2014/main" id="{887DFAD3-940E-48DD-9FCA-13092E3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AGENTS.md · acceptance-report.md</a:t>
            </a:r>
          </a:p>
        </p:txBody>
      </p:sp>
      <p:sp>
        <p:nvSpPr>
          <p:cNvPr id="42" name="text-82">
            <a:extLst xmlns:a="http://schemas.openxmlformats.org/drawingml/2006/main">
              <a:ext uri="{FF2B5EF4-FFF2-40B4-BE49-F238E27FC236}">
                <a16:creationId xmlns:a16="http://schemas.microsoft.com/office/drawing/2014/main" id="{7B88066F-0592-496D-B6F1-4B368AB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1056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83">
            <a:extLst xmlns:a="http://schemas.openxmlformats.org/drawingml/2006/main">
              <a:ext uri="{FF2B5EF4-FFF2-40B4-BE49-F238E27FC236}">
                <a16:creationId xmlns:a16="http://schemas.microsoft.com/office/drawing/2014/main" id="{69EA08AE-C284-4B58-BF12-AEAC54C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USER JOURNEY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1F37B877-3CD9-4CE2-AC11-88938BDA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用户从浏览到复购，AI嵌入交易而非旁观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62A2F17D-40E5-4EA7-8EF3-F2B5DC4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每一步都有明确的服务承接，最后由偏好记忆把下一次推荐接回来。</a:t>
            </a:r>
          </a:p>
        </p:txBody>
      </p:sp>
      <p:sp>
        <p:nvSpPr>
          <p:cNvPr id="4" name="line-86">
            <a:extLst xmlns:a="http://schemas.openxmlformats.org/drawingml/2006/main">
              <a:ext uri="{FF2B5EF4-FFF2-40B4-BE49-F238E27FC236}">
                <a16:creationId xmlns:a16="http://schemas.microsoft.com/office/drawing/2014/main" id="{A18C151B-5A05-4C94-8F20-34CA23C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87">
            <a:extLst xmlns:a="http://schemas.openxmlformats.org/drawingml/2006/main">
              <a:ext uri="{FF2B5EF4-FFF2-40B4-BE49-F238E27FC236}">
                <a16:creationId xmlns:a16="http://schemas.microsoft.com/office/drawing/2014/main" id="{113FDD6E-D262-4877-99E7-8EC9574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6" name="shape-88">
            <a:extLst xmlns:a="http://schemas.openxmlformats.org/drawingml/2006/main">
              <a:ext uri="{FF2B5EF4-FFF2-40B4-BE49-F238E27FC236}">
                <a16:creationId xmlns:a16="http://schemas.microsoft.com/office/drawing/2014/main" id="{480BB625-CF99-4952-845A-ABE5F76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6829C303-4967-4198-9B54-3C821ABA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4487F5B6-F43C-4E43-B349-4CC35B9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浏览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D0578936-8024-40DE-84EF-52B67EF7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游客可看商品</a:t>
            </a:r>
          </a:p>
        </p:txBody>
      </p:sp>
      <p:sp>
        <p:nvSpPr>
          <p:cNvPr id="10" name="shape-92">
            <a:extLst xmlns:a="http://schemas.openxmlformats.org/drawingml/2006/main">
              <a:ext uri="{FF2B5EF4-FFF2-40B4-BE49-F238E27FC236}">
                <a16:creationId xmlns:a16="http://schemas.microsoft.com/office/drawing/2014/main" id="{35C4510E-95E4-4155-83FB-8FD6769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029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1" name="shape-93">
            <a:extLst xmlns:a="http://schemas.openxmlformats.org/drawingml/2006/main">
              <a:ext uri="{FF2B5EF4-FFF2-40B4-BE49-F238E27FC236}">
                <a16:creationId xmlns:a16="http://schemas.microsoft.com/office/drawing/2014/main" id="{A00AB02D-3D1D-48B4-B12C-816A357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54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15D1B1F2-E967-461A-BA71-1A47B1A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29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3" name="text-95">
            <a:extLst xmlns:a="http://schemas.openxmlformats.org/drawingml/2006/main">
              <a:ext uri="{FF2B5EF4-FFF2-40B4-BE49-F238E27FC236}">
                <a16:creationId xmlns:a16="http://schemas.microsoft.com/office/drawing/2014/main" id="{5F092615-D111-4B9D-9805-5132E1C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629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14" name="text-96">
            <a:extLst xmlns:a="http://schemas.openxmlformats.org/drawingml/2006/main">
              <a:ext uri="{FF2B5EF4-FFF2-40B4-BE49-F238E27FC236}">
                <a16:creationId xmlns:a16="http://schemas.microsoft.com/office/drawing/2014/main" id="{8BD34109-E883-4194-A22C-06C6185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329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JWT 建立身份</a:t>
            </a:r>
          </a:p>
        </p:txBody>
      </p:sp>
      <p:sp>
        <p:nvSpPr>
          <p:cNvPr id="15" name="shape-97">
            <a:extLst xmlns:a="http://schemas.openxmlformats.org/drawingml/2006/main">
              <a:ext uri="{FF2B5EF4-FFF2-40B4-BE49-F238E27FC236}">
                <a16:creationId xmlns:a16="http://schemas.microsoft.com/office/drawing/2014/main" id="{1939A2DC-9097-45A0-B112-11CE4DB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07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6" name="shape-98">
            <a:extLst xmlns:a="http://schemas.openxmlformats.org/drawingml/2006/main">
              <a:ext uri="{FF2B5EF4-FFF2-40B4-BE49-F238E27FC236}">
                <a16:creationId xmlns:a16="http://schemas.microsoft.com/office/drawing/2014/main" id="{36CD3102-D3E9-4F75-AE8C-E095848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932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9">
            <a:extLst xmlns:a="http://schemas.openxmlformats.org/drawingml/2006/main">
              <a:ext uri="{FF2B5EF4-FFF2-40B4-BE49-F238E27FC236}">
                <a16:creationId xmlns:a16="http://schemas.microsoft.com/office/drawing/2014/main" id="{FF07C2E5-539F-4739-B41D-4FDDD09A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107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8" name="text-100">
            <a:extLst xmlns:a="http://schemas.openxmlformats.org/drawingml/2006/main">
              <a:ext uri="{FF2B5EF4-FFF2-40B4-BE49-F238E27FC236}">
                <a16:creationId xmlns:a16="http://schemas.microsoft.com/office/drawing/2014/main" id="{92C92B37-8EE6-4F39-B799-80E8E24A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807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19" name="text-101">
            <a:extLst xmlns:a="http://schemas.openxmlformats.org/drawingml/2006/main">
              <a:ext uri="{FF2B5EF4-FFF2-40B4-BE49-F238E27FC236}">
                <a16:creationId xmlns:a16="http://schemas.microsoft.com/office/drawing/2014/main" id="{59530AFD-D306-4BAC-BCD3-BF53CBA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507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关键词 + 分页</a:t>
            </a:r>
          </a:p>
        </p:txBody>
      </p:sp>
      <p:sp>
        <p:nvSpPr>
          <p:cNvPr id="20" name="shape-102">
            <a:extLst xmlns:a="http://schemas.openxmlformats.org/drawingml/2006/main">
              <a:ext uri="{FF2B5EF4-FFF2-40B4-BE49-F238E27FC236}">
                <a16:creationId xmlns:a16="http://schemas.microsoft.com/office/drawing/2014/main" id="{5D798F49-9AB7-4671-A133-0381103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386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1" name="shape-103">
            <a:extLst xmlns:a="http://schemas.openxmlformats.org/drawingml/2006/main">
              <a:ext uri="{FF2B5EF4-FFF2-40B4-BE49-F238E27FC236}">
                <a16:creationId xmlns:a16="http://schemas.microsoft.com/office/drawing/2014/main" id="{55820006-DC5F-4C19-B31A-3818140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111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04">
            <a:extLst xmlns:a="http://schemas.openxmlformats.org/drawingml/2006/main">
              <a:ext uri="{FF2B5EF4-FFF2-40B4-BE49-F238E27FC236}">
                <a16:creationId xmlns:a16="http://schemas.microsoft.com/office/drawing/2014/main" id="{D046B9C2-244B-4019-8D84-D5D6E62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286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3" name="text-105">
            <a:extLst xmlns:a="http://schemas.openxmlformats.org/drawingml/2006/main">
              <a:ext uri="{FF2B5EF4-FFF2-40B4-BE49-F238E27FC236}">
                <a16:creationId xmlns:a16="http://schemas.microsoft.com/office/drawing/2014/main" id="{DD72D63B-7B37-4DAE-A1AB-FDCC949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986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加购</a:t>
            </a:r>
          </a:p>
        </p:txBody>
      </p:sp>
      <p:sp>
        <p:nvSpPr>
          <p:cNvPr id="24" name="text-106">
            <a:extLst xmlns:a="http://schemas.openxmlformats.org/drawingml/2006/main">
              <a:ext uri="{FF2B5EF4-FFF2-40B4-BE49-F238E27FC236}">
                <a16:creationId xmlns:a16="http://schemas.microsoft.com/office/drawing/2014/main" id="{80A252D5-E6D1-4C60-962D-042F711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686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库存即时校验</a:t>
            </a:r>
          </a:p>
        </p:txBody>
      </p:sp>
      <p:sp>
        <p:nvSpPr>
          <p:cNvPr id="25" name="shape-107">
            <a:extLst xmlns:a="http://schemas.openxmlformats.org/drawingml/2006/main">
              <a:ext uri="{FF2B5EF4-FFF2-40B4-BE49-F238E27FC236}">
                <a16:creationId xmlns:a16="http://schemas.microsoft.com/office/drawing/2014/main" id="{B24D6B39-99CA-42DE-8AA5-39EF24A6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64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6" name="shape-108">
            <a:extLst xmlns:a="http://schemas.openxmlformats.org/drawingml/2006/main">
              <a:ext uri="{FF2B5EF4-FFF2-40B4-BE49-F238E27FC236}">
                <a16:creationId xmlns:a16="http://schemas.microsoft.com/office/drawing/2014/main" id="{887CCB62-397D-4C98-8861-429BC505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289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109">
            <a:extLst xmlns:a="http://schemas.openxmlformats.org/drawingml/2006/main">
              <a:ext uri="{FF2B5EF4-FFF2-40B4-BE49-F238E27FC236}">
                <a16:creationId xmlns:a16="http://schemas.microsoft.com/office/drawing/2014/main" id="{01EF943B-307C-4B23-940D-B958C0F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464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8" name="text-110">
            <a:extLst xmlns:a="http://schemas.openxmlformats.org/drawingml/2006/main">
              <a:ext uri="{FF2B5EF4-FFF2-40B4-BE49-F238E27FC236}">
                <a16:creationId xmlns:a16="http://schemas.microsoft.com/office/drawing/2014/main" id="{5B663444-9E60-4BF7-9E21-902BFD8A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64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下单</a:t>
            </a:r>
          </a:p>
        </p:txBody>
      </p:sp>
      <p:sp>
        <p:nvSpPr>
          <p:cNvPr id="29" name="text-111">
            <a:extLst xmlns:a="http://schemas.openxmlformats.org/drawingml/2006/main">
              <a:ext uri="{FF2B5EF4-FFF2-40B4-BE49-F238E27FC236}">
                <a16:creationId xmlns:a16="http://schemas.microsoft.com/office/drawing/2014/main" id="{E9EEB4FF-E463-4798-93F4-9E29877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864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事务 + CAS</a:t>
            </a:r>
          </a:p>
        </p:txBody>
      </p:sp>
      <p:sp>
        <p:nvSpPr>
          <p:cNvPr id="30" name="shape-112">
            <a:extLst xmlns:a="http://schemas.openxmlformats.org/drawingml/2006/main">
              <a:ext uri="{FF2B5EF4-FFF2-40B4-BE49-F238E27FC236}">
                <a16:creationId xmlns:a16="http://schemas.microsoft.com/office/drawing/2014/main" id="{0DECE220-47AC-4C7D-AF8F-04C49F9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743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1" name="shape-113">
            <a:extLst xmlns:a="http://schemas.openxmlformats.org/drawingml/2006/main">
              <a:ext uri="{FF2B5EF4-FFF2-40B4-BE49-F238E27FC236}">
                <a16:creationId xmlns:a16="http://schemas.microsoft.com/office/drawing/2014/main" id="{283B6F7E-ED68-4D6E-BE93-2380986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468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14">
            <a:extLst xmlns:a="http://schemas.openxmlformats.org/drawingml/2006/main">
              <a:ext uri="{FF2B5EF4-FFF2-40B4-BE49-F238E27FC236}">
                <a16:creationId xmlns:a16="http://schemas.microsoft.com/office/drawing/2014/main" id="{E09E25E3-77F8-4217-B524-EE2F9A02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643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33" name="text-115">
            <a:extLst xmlns:a="http://schemas.openxmlformats.org/drawingml/2006/main">
              <a:ext uri="{FF2B5EF4-FFF2-40B4-BE49-F238E27FC236}">
                <a16:creationId xmlns:a16="http://schemas.microsoft.com/office/drawing/2014/main" id="{9B87093F-A116-47BD-BE11-33BBED0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343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34" name="text-116">
            <a:extLst xmlns:a="http://schemas.openxmlformats.org/drawingml/2006/main">
              <a:ext uri="{FF2B5EF4-FFF2-40B4-BE49-F238E27FC236}">
                <a16:creationId xmlns:a16="http://schemas.microsoft.com/office/drawing/2014/main" id="{A26B64E4-7AB8-4650-8B47-DD6B1DA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043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模拟状态机</a:t>
            </a:r>
          </a:p>
        </p:txBody>
      </p:sp>
      <p:sp>
        <p:nvSpPr>
          <p:cNvPr id="35" name="shape-117">
            <a:extLst xmlns:a="http://schemas.openxmlformats.org/drawingml/2006/main">
              <a:ext uri="{FF2B5EF4-FFF2-40B4-BE49-F238E27FC236}">
                <a16:creationId xmlns:a16="http://schemas.microsoft.com/office/drawing/2014/main" id="{8446AE3F-C8E2-43A9-BB82-CA9264D7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921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6" name="shape-118">
            <a:extLst xmlns:a="http://schemas.openxmlformats.org/drawingml/2006/main">
              <a:ext uri="{FF2B5EF4-FFF2-40B4-BE49-F238E27FC236}">
                <a16:creationId xmlns:a16="http://schemas.microsoft.com/office/drawing/2014/main" id="{B8322C71-CDE5-4663-9419-A3C2DCD4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46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119">
            <a:extLst xmlns:a="http://schemas.openxmlformats.org/drawingml/2006/main">
              <a:ext uri="{FF2B5EF4-FFF2-40B4-BE49-F238E27FC236}">
                <a16:creationId xmlns:a16="http://schemas.microsoft.com/office/drawing/2014/main" id="{5B1D13FF-7C3F-42ED-8235-AA89414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21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8" name="text-120">
            <a:extLst xmlns:a="http://schemas.openxmlformats.org/drawingml/2006/main">
              <a:ext uri="{FF2B5EF4-FFF2-40B4-BE49-F238E27FC236}">
                <a16:creationId xmlns:a16="http://schemas.microsoft.com/office/drawing/2014/main" id="{3BAE0048-9560-4EB7-8301-907C5CE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521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问 Agent</a:t>
            </a:r>
          </a:p>
        </p:txBody>
      </p:sp>
      <p:sp>
        <p:nvSpPr>
          <p:cNvPr id="39" name="text-121">
            <a:extLst xmlns:a="http://schemas.openxmlformats.org/drawingml/2006/main">
              <a:ext uri="{FF2B5EF4-FFF2-40B4-BE49-F238E27FC236}">
                <a16:creationId xmlns:a16="http://schemas.microsoft.com/office/drawing/2014/main" id="{DAB272FD-491A-4D7A-9C9F-8463C4A7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221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查单 / 推荐</a:t>
            </a:r>
          </a:p>
        </p:txBody>
      </p:sp>
      <p:sp>
        <p:nvSpPr>
          <p:cNvPr id="40" name="shape-122">
            <a:extLst xmlns:a="http://schemas.openxmlformats.org/drawingml/2006/main">
              <a:ext uri="{FF2B5EF4-FFF2-40B4-BE49-F238E27FC236}">
                <a16:creationId xmlns:a16="http://schemas.microsoft.com/office/drawing/2014/main" id="{AF0233FF-4691-4931-9A13-3EC8BBC7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1" name="shape-123">
            <a:extLst xmlns:a="http://schemas.openxmlformats.org/drawingml/2006/main">
              <a:ext uri="{FF2B5EF4-FFF2-40B4-BE49-F238E27FC236}">
                <a16:creationId xmlns:a16="http://schemas.microsoft.com/office/drawing/2014/main" id="{2746C0B5-94E7-4CE2-8AB1-DA70B3B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124">
            <a:extLst xmlns:a="http://schemas.openxmlformats.org/drawingml/2006/main">
              <a:ext uri="{FF2B5EF4-FFF2-40B4-BE49-F238E27FC236}">
                <a16:creationId xmlns:a16="http://schemas.microsoft.com/office/drawing/2014/main" id="{C2CBC436-B246-4F3B-874D-F04E7A4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09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43" name="text-125">
            <a:extLst xmlns:a="http://schemas.openxmlformats.org/drawingml/2006/main">
              <a:ext uri="{FF2B5EF4-FFF2-40B4-BE49-F238E27FC236}">
                <a16:creationId xmlns:a16="http://schemas.microsoft.com/office/drawing/2014/main" id="{D79FF06C-7057-4B89-983F-49506D0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956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再回来</a:t>
            </a:r>
          </a:p>
        </p:txBody>
      </p:sp>
      <p:sp>
        <p:nvSpPr>
          <p:cNvPr id="44" name="text-126">
            <a:extLst xmlns:a="http://schemas.openxmlformats.org/drawingml/2006/main">
              <a:ext uri="{FF2B5EF4-FFF2-40B4-BE49-F238E27FC236}">
                <a16:creationId xmlns:a16="http://schemas.microsoft.com/office/drawing/2014/main" id="{AF58BB18-90AB-4D15-84C8-C6BC468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623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偏好跨会话</a:t>
            </a:r>
          </a:p>
        </p:txBody>
      </p:sp>
      <p:sp>
        <p:nvSpPr>
          <p:cNvPr id="45" name="shape-127">
            <a:extLst xmlns:a="http://schemas.openxmlformats.org/drawingml/2006/main">
              <a:ext uri="{FF2B5EF4-FFF2-40B4-BE49-F238E27FC236}">
                <a16:creationId xmlns:a16="http://schemas.microsoft.com/office/drawing/2014/main" id="{2D4836C9-D0AA-4BB2-B486-4A32E6A4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382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46" name="shape-128">
            <a:extLst xmlns:a="http://schemas.openxmlformats.org/drawingml/2006/main">
              <a:ext uri="{FF2B5EF4-FFF2-40B4-BE49-F238E27FC236}">
                <a16:creationId xmlns:a16="http://schemas.microsoft.com/office/drawing/2014/main" id="{9874A9DA-C042-47CF-8E9A-916B750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628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-129">
            <a:extLst xmlns:a="http://schemas.openxmlformats.org/drawingml/2006/main">
              <a:ext uri="{FF2B5EF4-FFF2-40B4-BE49-F238E27FC236}">
                <a16:creationId xmlns:a16="http://schemas.microsoft.com/office/drawing/2014/main" id="{B30F5C80-B237-4B0E-A0E1-49706D46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48" name="text-130">
            <a:extLst xmlns:a="http://schemas.openxmlformats.org/drawingml/2006/main">
              <a:ext uri="{FF2B5EF4-FFF2-40B4-BE49-F238E27FC236}">
                <a16:creationId xmlns:a16="http://schemas.microsoft.com/office/drawing/2014/main" id="{CF8E25C3-0F4A-4CBD-893B-EC58605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482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业务事实由 Spring Boot 维护；Agent 只负责理解、规划和解释。</a:t>
            </a:r>
          </a:p>
        </p:txBody>
      </p:sp>
      <p:sp>
        <p:nvSpPr>
          <p:cNvPr id="49" name="text-131">
            <a:extLst xmlns:a="http://schemas.openxmlformats.org/drawingml/2006/main">
              <a:ext uri="{FF2B5EF4-FFF2-40B4-BE49-F238E27FC236}">
                <a16:creationId xmlns:a16="http://schemas.microsoft.com/office/drawing/2014/main" id="{1E3320ED-8C9B-46C6-854E-DFF3F1C9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从“推荐什么”到“订单到哪了”，都能回到真实 API 和数据库记录。</a:t>
            </a:r>
          </a:p>
        </p:txBody>
      </p:sp>
      <p:sp>
        <p:nvSpPr>
          <p:cNvPr id="50" name="line-132">
            <a:extLst xmlns:a="http://schemas.openxmlformats.org/drawingml/2006/main">
              <a:ext uri="{FF2B5EF4-FFF2-40B4-BE49-F238E27FC236}">
                <a16:creationId xmlns:a16="http://schemas.microsoft.com/office/drawing/2014/main" id="{A23AE2F6-6F32-4F3F-BFA7-C73677D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1" name="text-133">
            <a:extLst xmlns:a="http://schemas.openxmlformats.org/drawingml/2006/main">
              <a:ext uri="{FF2B5EF4-FFF2-40B4-BE49-F238E27FC236}">
                <a16:creationId xmlns:a16="http://schemas.microsoft.com/office/drawing/2014/main" id="{B578B840-10E3-4185-9BE5-C5D6524B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docs/architecture.md · frontend routes</a:t>
            </a:r>
          </a:p>
        </p:txBody>
      </p:sp>
      <p:sp>
        <p:nvSpPr>
          <p:cNvPr id="52" name="text-134">
            <a:extLst xmlns:a="http://schemas.openxmlformats.org/drawingml/2006/main">
              <a:ext uri="{FF2B5EF4-FFF2-40B4-BE49-F238E27FC236}">
                <a16:creationId xmlns:a16="http://schemas.microsoft.com/office/drawing/2014/main" id="{F0722191-B2C7-4BC4-88AF-9CC2722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3583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35">
            <a:extLst xmlns:a="http://schemas.openxmlformats.org/drawingml/2006/main">
              <a:ext uri="{FF2B5EF4-FFF2-40B4-BE49-F238E27FC236}">
                <a16:creationId xmlns:a16="http://schemas.microsoft.com/office/drawing/2014/main" id="{C6204A77-EB13-4A51-940D-57E4F5AA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ARCHITECTURE</a:t>
            </a:r>
          </a:p>
        </p:txBody>
      </p:sp>
      <p:sp>
        <p:nvSpPr>
          <p:cNvPr id="2" name="text-136">
            <a:extLst xmlns:a="http://schemas.openxmlformats.org/drawingml/2006/main">
              <a:ext uri="{FF2B5EF4-FFF2-40B4-BE49-F238E27FC236}">
                <a16:creationId xmlns:a16="http://schemas.microsoft.com/office/drawing/2014/main" id="{A0C09DA8-051E-4DF8-BE08-8870BB4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四个服务分工，业务写入边界清晰</a:t>
            </a:r>
          </a:p>
        </p:txBody>
      </p:sp>
      <p:sp>
        <p:nvSpPr>
          <p:cNvPr id="3" name="text-137">
            <a:extLst xmlns:a="http://schemas.openxmlformats.org/drawingml/2006/main">
              <a:ext uri="{FF2B5EF4-FFF2-40B4-BE49-F238E27FC236}">
                <a16:creationId xmlns:a16="http://schemas.microsoft.com/office/drawing/2014/main" id="{4FD62434-C7C0-4A73-B58F-7DC8E89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浏览器只对接两个后端；业务表的写入权集中在主后端，Agent 的专属记忆表例外。</a:t>
            </a:r>
          </a:p>
        </p:txBody>
      </p:sp>
      <p:sp>
        <p:nvSpPr>
          <p:cNvPr id="4" name="line-138">
            <a:extLst xmlns:a="http://schemas.openxmlformats.org/drawingml/2006/main">
              <a:ext uri="{FF2B5EF4-FFF2-40B4-BE49-F238E27FC236}">
                <a16:creationId xmlns:a16="http://schemas.microsoft.com/office/drawing/2014/main" id="{AD2CF6DF-35C3-4449-8F1F-AEBDE132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BFF"/>
            </a:solidFill>
            <a:prstDash val="solid"/>
          </a:ln>
        </p:spPr>
      </p:sp>
      <p:sp>
        <p:nvSpPr>
          <p:cNvPr id="5" name="line-139">
            <a:extLst xmlns:a="http://schemas.openxmlformats.org/drawingml/2006/main">
              <a:ext uri="{FF2B5EF4-FFF2-40B4-BE49-F238E27FC236}">
                <a16:creationId xmlns:a16="http://schemas.microsoft.com/office/drawing/2014/main" id="{2D2024EB-149C-492D-AE3F-0DD06D72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B8A6"/>
            </a:solidFill>
            <a:prstDash val="solid"/>
          </a:ln>
        </p:spPr>
      </p:sp>
      <p:sp>
        <p:nvSpPr>
          <p:cNvPr id="6" name="line-140">
            <a:extLst xmlns:a="http://schemas.openxmlformats.org/drawingml/2006/main">
              <a:ext uri="{FF2B5EF4-FFF2-40B4-BE49-F238E27FC236}">
                <a16:creationId xmlns:a16="http://schemas.microsoft.com/office/drawing/2014/main" id="{0E497F06-A6A2-4B5B-A3E3-7E0A281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7" name="line-141">
            <a:extLst xmlns:a="http://schemas.openxmlformats.org/drawingml/2006/main">
              <a:ext uri="{FF2B5EF4-FFF2-40B4-BE49-F238E27FC236}">
                <a16:creationId xmlns:a16="http://schemas.microsoft.com/office/drawing/2014/main" id="{411DBBCE-4CFB-41B9-B73A-7A10D96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B8A6"/>
            </a:solidFill>
            <a:prstDash val="solid"/>
          </a:ln>
        </p:spPr>
      </p:sp>
      <p:sp>
        <p:nvSpPr>
          <p:cNvPr id="8" name="shape-142">
            <a:extLst xmlns:a="http://schemas.openxmlformats.org/drawingml/2006/main">
              <a:ext uri="{FF2B5EF4-FFF2-40B4-BE49-F238E27FC236}">
                <a16:creationId xmlns:a16="http://schemas.microsoft.com/office/drawing/2014/main" id="{2D5AF995-6C09-4300-A9D0-9CBEC000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143">
            <a:extLst xmlns:a="http://schemas.openxmlformats.org/drawingml/2006/main">
              <a:ext uri="{FF2B5EF4-FFF2-40B4-BE49-F238E27FC236}">
                <a16:creationId xmlns:a16="http://schemas.microsoft.com/office/drawing/2014/main" id="{D4BC8E44-2D09-4E0F-959F-1B63C054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144">
            <a:extLst xmlns:a="http://schemas.openxmlformats.org/drawingml/2006/main">
              <a:ext uri="{FF2B5EF4-FFF2-40B4-BE49-F238E27FC236}">
                <a16:creationId xmlns:a16="http://schemas.microsoft.com/office/drawing/2014/main" id="{17258D24-3A87-415B-ADC2-6701A513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861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145">
            <a:extLst xmlns:a="http://schemas.openxmlformats.org/drawingml/2006/main">
              <a:ext uri="{FF2B5EF4-FFF2-40B4-BE49-F238E27FC236}">
                <a16:creationId xmlns:a16="http://schemas.microsoft.com/office/drawing/2014/main" id="{EEA2CF1E-8C26-44BE-A7E4-28A5A07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33900"/>
            <a:ext cx="190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146">
            <a:extLst xmlns:a="http://schemas.openxmlformats.org/drawingml/2006/main">
              <a:ext uri="{FF2B5EF4-FFF2-40B4-BE49-F238E27FC236}">
                <a16:creationId xmlns:a16="http://schemas.microsoft.com/office/drawing/2014/main" id="{71C6E0E4-E103-40C6-AFC9-3196B77D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6954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3" name="text-147">
            <a:extLst xmlns:a="http://schemas.openxmlformats.org/drawingml/2006/main">
              <a:ext uri="{FF2B5EF4-FFF2-40B4-BE49-F238E27FC236}">
                <a16:creationId xmlns:a16="http://schemas.microsoft.com/office/drawing/2014/main" id="{B7A82B10-3FEA-4737-A1FD-294E736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Vue3 / Nginx</a:t>
            </a:r>
          </a:p>
        </p:txBody>
      </p:sp>
      <p:sp>
        <p:nvSpPr>
          <p:cNvPr id="14" name="text-148">
            <a:extLst xmlns:a="http://schemas.openxmlformats.org/drawingml/2006/main">
              <a:ext uri="{FF2B5EF4-FFF2-40B4-BE49-F238E27FC236}">
                <a16:creationId xmlns:a16="http://schemas.microsoft.com/office/drawing/2014/main" id="{5FCFD24F-DC15-4AB1-A636-446A9D8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用户界面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axios + SSE</a:t>
            </a:r>
          </a:p>
        </p:txBody>
      </p:sp>
      <p:sp>
        <p:nvSpPr>
          <p:cNvPr id="15" name="shape-149">
            <a:extLst xmlns:a="http://schemas.openxmlformats.org/drawingml/2006/main">
              <a:ext uri="{FF2B5EF4-FFF2-40B4-BE49-F238E27FC236}">
                <a16:creationId xmlns:a16="http://schemas.microsoft.com/office/drawing/2014/main" id="{FC8277B9-3D65-4E31-881F-7B1C994E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50">
            <a:extLst xmlns:a="http://schemas.openxmlformats.org/drawingml/2006/main">
              <a:ext uri="{FF2B5EF4-FFF2-40B4-BE49-F238E27FC236}">
                <a16:creationId xmlns:a16="http://schemas.microsoft.com/office/drawing/2014/main" id="{D89DF32A-11E9-48BC-B91E-DB6FE4B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28900"/>
            <a:ext cx="1905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text-151">
            <a:extLst xmlns:a="http://schemas.openxmlformats.org/drawingml/2006/main">
              <a:ext uri="{FF2B5EF4-FFF2-40B4-BE49-F238E27FC236}">
                <a16:creationId xmlns:a16="http://schemas.microsoft.com/office/drawing/2014/main" id="{5DCF632D-9FF7-40C8-BB46-D5EDA30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81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8" name="text-152">
            <a:extLst xmlns:a="http://schemas.openxmlformats.org/drawingml/2006/main">
              <a:ext uri="{FF2B5EF4-FFF2-40B4-BE49-F238E27FC236}">
                <a16:creationId xmlns:a16="http://schemas.microsoft.com/office/drawing/2014/main" id="{CB825730-C99F-4893-AB90-D12C082B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用户 · 商品 · 订单</a:t>
            </a:r>
          </a:p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唯一业务写入口</a:t>
            </a:r>
          </a:p>
        </p:txBody>
      </p:sp>
      <p:sp>
        <p:nvSpPr>
          <p:cNvPr id="19" name="shape-153">
            <a:extLst xmlns:a="http://schemas.openxmlformats.org/drawingml/2006/main">
              <a:ext uri="{FF2B5EF4-FFF2-40B4-BE49-F238E27FC236}">
                <a16:creationId xmlns:a16="http://schemas.microsoft.com/office/drawing/2014/main" id="{7E50B3C1-D2F8-4685-A6E2-3D763155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154">
            <a:extLst xmlns:a="http://schemas.openxmlformats.org/drawingml/2006/main">
              <a:ext uri="{FF2B5EF4-FFF2-40B4-BE49-F238E27FC236}">
                <a16:creationId xmlns:a16="http://schemas.microsoft.com/office/drawing/2014/main" id="{BB75C49C-C7BA-4CE5-9F61-0135CFD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1905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1" name="text-155">
            <a:extLst xmlns:a="http://schemas.openxmlformats.org/drawingml/2006/main">
              <a:ext uri="{FF2B5EF4-FFF2-40B4-BE49-F238E27FC236}">
                <a16:creationId xmlns:a16="http://schemas.microsoft.com/office/drawing/2014/main" id="{1BEC8D40-3E76-43ED-9584-671E4612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0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+ LangChain</a:t>
            </a:r>
          </a:p>
        </p:txBody>
      </p:sp>
      <p:sp>
        <p:nvSpPr>
          <p:cNvPr id="22" name="text-156">
            <a:extLst xmlns:a="http://schemas.openxmlformats.org/drawingml/2006/main">
              <a:ext uri="{FF2B5EF4-FFF2-40B4-BE49-F238E27FC236}">
                <a16:creationId xmlns:a16="http://schemas.microsoft.com/office/drawing/2014/main" id="{EF51659B-A105-4D85-92AA-531E7D8B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Agent 推理</a:t>
            </a:r>
          </a:p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工具与记忆</a:t>
            </a:r>
          </a:p>
        </p:txBody>
      </p:sp>
      <p:sp>
        <p:nvSpPr>
          <p:cNvPr id="23" name="shape-157">
            <a:extLst xmlns:a="http://schemas.openxmlformats.org/drawingml/2006/main">
              <a:ext uri="{FF2B5EF4-FFF2-40B4-BE49-F238E27FC236}">
                <a16:creationId xmlns:a16="http://schemas.microsoft.com/office/drawing/2014/main" id="{17833748-653B-4123-AB64-78F01ADE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158">
            <a:extLst xmlns:a="http://schemas.openxmlformats.org/drawingml/2006/main">
              <a:ext uri="{FF2B5EF4-FFF2-40B4-BE49-F238E27FC236}">
                <a16:creationId xmlns:a16="http://schemas.microsoft.com/office/drawing/2014/main" id="{0EFA8A6A-8B50-46D1-BA3D-61D99A5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12954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5" name="text-159">
            <a:extLst xmlns:a="http://schemas.openxmlformats.org/drawingml/2006/main">
              <a:ext uri="{FF2B5EF4-FFF2-40B4-BE49-F238E27FC236}">
                <a16:creationId xmlns:a16="http://schemas.microsoft.com/office/drawing/2014/main" id="{01692CA0-9CD5-49E6-A5DA-BAC1744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81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26" name="text-160">
            <a:extLst xmlns:a="http://schemas.openxmlformats.org/drawingml/2006/main">
              <a:ext uri="{FF2B5EF4-FFF2-40B4-BE49-F238E27FC236}">
                <a16:creationId xmlns:a16="http://schemas.microsoft.com/office/drawing/2014/main" id="{E6B9BA1D-E1A9-486C-8E41-ECC731A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05150"/>
            <a:ext cx="102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业务表 + Agent 专属表</a:t>
            </a:r>
          </a:p>
        </p:txBody>
      </p:sp>
      <p:sp>
        <p:nvSpPr>
          <p:cNvPr id="27" name="shape-161">
            <a:extLst xmlns:a="http://schemas.openxmlformats.org/drawingml/2006/main">
              <a:ext uri="{FF2B5EF4-FFF2-40B4-BE49-F238E27FC236}">
                <a16:creationId xmlns:a16="http://schemas.microsoft.com/office/drawing/2014/main" id="{CDBB4004-C282-41B0-93B4-9632455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-162">
            <a:extLst xmlns:a="http://schemas.openxmlformats.org/drawingml/2006/main">
              <a:ext uri="{FF2B5EF4-FFF2-40B4-BE49-F238E27FC236}">
                <a16:creationId xmlns:a16="http://schemas.microsoft.com/office/drawing/2014/main" id="{515CEB0B-6E4F-4506-ACAB-55DDE6DA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A4149"/>
            </a:solidFill>
            <a:prstDash val="solid"/>
          </a:ln>
        </p:spPr>
      </p:sp>
      <p:sp>
        <p:nvSpPr>
          <p:cNvPr id="29" name="text-163">
            <a:extLst xmlns:a="http://schemas.openxmlformats.org/drawingml/2006/main">
              <a:ext uri="{FF2B5EF4-FFF2-40B4-BE49-F238E27FC236}">
                <a16:creationId xmlns:a16="http://schemas.microsoft.com/office/drawing/2014/main" id="{23EA87BD-D60A-4F60-A2FE-EFC1B94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受限内部 REST</a:t>
            </a:r>
          </a:p>
        </p:txBody>
      </p:sp>
      <p:sp>
        <p:nvSpPr>
          <p:cNvPr id="30" name="text-164">
            <a:extLst xmlns:a="http://schemas.openxmlformats.org/drawingml/2006/main">
              <a:ext uri="{FF2B5EF4-FFF2-40B4-BE49-F238E27FC236}">
                <a16:creationId xmlns:a16="http://schemas.microsoft.com/office/drawing/2014/main" id="{98D5B01C-1E62-4451-A8F7-61A0CEA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X-Internal-Service</a:t>
            </a:r>
          </a:p>
          <a:p xmlns:a="http://schemas.openxmlformats.org/drawingml/2006/main">
            <a:pPr algn="ctr">
              <a:def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+ shared secret</a:t>
            </a:r>
          </a:p>
        </p:txBody>
      </p:sp>
      <p:sp>
        <p:nvSpPr>
          <p:cNvPr id="31" name="shape-165">
            <a:extLst xmlns:a="http://schemas.openxmlformats.org/drawingml/2006/main">
              <a:ext uri="{FF2B5EF4-FFF2-40B4-BE49-F238E27FC236}">
                <a16:creationId xmlns:a16="http://schemas.microsoft.com/office/drawing/2014/main" id="{F9C07BA0-F4A2-4229-9195-79A622F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hape-166">
            <a:extLst xmlns:a="http://schemas.openxmlformats.org/drawingml/2006/main">
              <a:ext uri="{FF2B5EF4-FFF2-40B4-BE49-F238E27FC236}">
                <a16:creationId xmlns:a16="http://schemas.microsoft.com/office/drawing/2014/main" id="{C9892410-DE73-4DF9-AC09-3479E657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167">
            <a:extLst xmlns:a="http://schemas.openxmlformats.org/drawingml/2006/main">
              <a:ext uri="{FF2B5EF4-FFF2-40B4-BE49-F238E27FC236}">
                <a16:creationId xmlns:a16="http://schemas.microsoft.com/office/drawing/2014/main" id="{6F42435C-0757-40C0-8124-F458C29C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信任边界</a:t>
            </a:r>
          </a:p>
        </p:txBody>
      </p:sp>
      <p:sp>
        <p:nvSpPr>
          <p:cNvPr id="34" name="text-168">
            <a:extLst xmlns:a="http://schemas.openxmlformats.org/drawingml/2006/main">
              <a:ext uri="{FF2B5EF4-FFF2-40B4-BE49-F238E27FC236}">
                <a16:creationId xmlns:a16="http://schemas.microsoft.com/office/drawing/2014/main" id="{4531BC1C-E6D2-4C25-816B-40ED3C3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101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 不直连 user / product / order 业务表；它通过主后端受限接口拿事实。</a:t>
            </a:r>
          </a:p>
        </p:txBody>
      </p:sp>
      <p:sp>
        <p:nvSpPr>
          <p:cNvPr id="35" name="line-169">
            <a:extLst xmlns:a="http://schemas.openxmlformats.org/drawingml/2006/main">
              <a:ext uri="{FF2B5EF4-FFF2-40B4-BE49-F238E27FC236}">
                <a16:creationId xmlns:a16="http://schemas.microsoft.com/office/drawing/2014/main" id="{DF0EEE76-7433-4636-955B-456AC6DB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6" name="text-170">
            <a:extLst xmlns:a="http://schemas.openxmlformats.org/drawingml/2006/main">
              <a:ext uri="{FF2B5EF4-FFF2-40B4-BE49-F238E27FC236}">
                <a16:creationId xmlns:a16="http://schemas.microsoft.com/office/drawing/2014/main" id="{2A21EC38-C6A5-4D97-8E3C-9376992F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docs/architecture.md · docker-compose.yml</a:t>
            </a:r>
          </a:p>
        </p:txBody>
      </p:sp>
      <p:sp>
        <p:nvSpPr>
          <p:cNvPr id="37" name="text-171">
            <a:extLst xmlns:a="http://schemas.openxmlformats.org/drawingml/2006/main">
              <a:ext uri="{FF2B5EF4-FFF2-40B4-BE49-F238E27FC236}">
                <a16:creationId xmlns:a16="http://schemas.microsoft.com/office/drawing/2014/main" id="{98E911E0-E19F-4245-93CD-4CCC661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258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72">
            <a:extLst xmlns:a="http://schemas.openxmlformats.org/drawingml/2006/main">
              <a:ext uri="{FF2B5EF4-FFF2-40B4-BE49-F238E27FC236}">
                <a16:creationId xmlns:a16="http://schemas.microsoft.com/office/drawing/2014/main" id="{53D28F76-1100-48A8-8E86-B0FB1D1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TECH STACK → ACCEPTANCE</a:t>
            </a:r>
          </a:p>
        </p:txBody>
      </p:sp>
      <p:sp>
        <p:nvSpPr>
          <p:cNvPr id="2" name="text-173">
            <a:extLst xmlns:a="http://schemas.openxmlformats.org/drawingml/2006/main">
              <a:ext uri="{FF2B5EF4-FFF2-40B4-BE49-F238E27FC236}">
                <a16:creationId xmlns:a16="http://schemas.microsoft.com/office/drawing/2014/main" id="{E96410B4-6228-4FC1-8DBC-EAE89AB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技术栈逐项对应课程验收</a:t>
            </a:r>
          </a:p>
        </p:txBody>
      </p:sp>
      <p:sp>
        <p:nvSpPr>
          <p:cNvPr id="3" name="text-174">
            <a:extLst xmlns:a="http://schemas.openxmlformats.org/drawingml/2006/main">
              <a:ext uri="{FF2B5EF4-FFF2-40B4-BE49-F238E27FC236}">
                <a16:creationId xmlns:a16="http://schemas.microsoft.com/office/drawing/2014/main" id="{78996D21-1E47-4770-818E-7E76880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每一项技术都绑定一个能被现场复核的行为或证据。</a:t>
            </a:r>
          </a:p>
        </p:txBody>
      </p:sp>
      <p:sp>
        <p:nvSpPr>
          <p:cNvPr id="4" name="line-175">
            <a:extLst xmlns:a="http://schemas.openxmlformats.org/drawingml/2006/main">
              <a:ext uri="{FF2B5EF4-FFF2-40B4-BE49-F238E27FC236}">
                <a16:creationId xmlns:a16="http://schemas.microsoft.com/office/drawing/2014/main" id="{7D37891C-FCF9-4200-9EE5-897A85AA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71A"/>
            </a:solidFill>
            <a:prstDash val="solid"/>
          </a:ln>
        </p:spPr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0E795119-82B3-45EF-A4C3-527757B8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6" name="text-177">
            <a:extLst xmlns:a="http://schemas.openxmlformats.org/drawingml/2006/main">
              <a:ext uri="{FF2B5EF4-FFF2-40B4-BE49-F238E27FC236}">
                <a16:creationId xmlns:a16="http://schemas.microsoft.com/office/drawing/2014/main" id="{5918BA35-2D9F-49E8-81AD-60CD5A1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落地技术</a:t>
            </a:r>
          </a:p>
        </p:txBody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291F6138-9F84-4985-BB15-9FA0AFF7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答辩证据</a:t>
            </a:r>
          </a:p>
        </p:txBody>
      </p:sp>
      <p:sp>
        <p:nvSpPr>
          <p:cNvPr id="8" name="line-179">
            <a:extLst xmlns:a="http://schemas.openxmlformats.org/drawingml/2006/main">
              <a:ext uri="{FF2B5EF4-FFF2-40B4-BE49-F238E27FC236}">
                <a16:creationId xmlns:a16="http://schemas.microsoft.com/office/drawing/2014/main" id="{74280E08-6D40-471E-ACBE-6E503C4E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9" name="shape-180">
            <a:extLst xmlns:a="http://schemas.openxmlformats.org/drawingml/2006/main">
              <a:ext uri="{FF2B5EF4-FFF2-40B4-BE49-F238E27FC236}">
                <a16:creationId xmlns:a16="http://schemas.microsoft.com/office/drawing/2014/main" id="{C1F7B1E3-3FA7-4B8F-AFA8-4CCF1EC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81">
            <a:extLst xmlns:a="http://schemas.openxmlformats.org/drawingml/2006/main">
              <a:ext uri="{FF2B5EF4-FFF2-40B4-BE49-F238E27FC236}">
                <a16:creationId xmlns:a16="http://schemas.microsoft.com/office/drawing/2014/main" id="{48D11811-915A-4B44-A817-1B25420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0CAD265B-4CF5-4DCB-ACE1-C5F42757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47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Vue3 + Composition API + axios</a:t>
            </a:r>
          </a:p>
        </p:txBody>
      </p:sp>
      <p:sp>
        <p:nvSpPr>
          <p:cNvPr id="12" name="text-183">
            <a:extLst xmlns:a="http://schemas.openxmlformats.org/drawingml/2006/main">
              <a:ext uri="{FF2B5EF4-FFF2-40B4-BE49-F238E27FC236}">
                <a16:creationId xmlns:a16="http://schemas.microsoft.com/office/drawing/2014/main" id="{62F4ACE1-D2C6-47EF-BC11-C7343FE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组件化页面 / 401 刷新 / SSE</a:t>
            </a:r>
          </a:p>
        </p:txBody>
      </p:sp>
      <p:sp>
        <p:nvSpPr>
          <p:cNvPr id="13" name="line-184">
            <a:extLst xmlns:a="http://schemas.openxmlformats.org/drawingml/2006/main">
              <a:ext uri="{FF2B5EF4-FFF2-40B4-BE49-F238E27FC236}">
                <a16:creationId xmlns:a16="http://schemas.microsoft.com/office/drawing/2014/main" id="{3626DF10-6C46-4214-A30A-F6BC9608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shape-185">
            <a:extLst xmlns:a="http://schemas.openxmlformats.org/drawingml/2006/main">
              <a:ext uri="{FF2B5EF4-FFF2-40B4-BE49-F238E27FC236}">
                <a16:creationId xmlns:a16="http://schemas.microsoft.com/office/drawing/2014/main" id="{2A775803-C994-4868-A7E8-FCB527A0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86">
            <a:extLst xmlns:a="http://schemas.openxmlformats.org/drawingml/2006/main">
              <a:ext uri="{FF2B5EF4-FFF2-40B4-BE49-F238E27FC236}">
                <a16:creationId xmlns:a16="http://schemas.microsoft.com/office/drawing/2014/main" id="{ED37AD09-9714-4B96-93DB-8917CE7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C50B14A1-DA46-425F-A0F3-5A73E30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Spring Boot + JPA + REST</a:t>
            </a:r>
          </a:p>
        </p:txBody>
      </p:sp>
      <p:sp>
        <p:nvSpPr>
          <p:cNvPr id="17" name="text-188">
            <a:extLst xmlns:a="http://schemas.openxmlformats.org/drawingml/2006/main">
              <a:ext uri="{FF2B5EF4-FFF2-40B4-BE49-F238E27FC236}">
                <a16:creationId xmlns:a16="http://schemas.microsoft.com/office/drawing/2014/main" id="{65714921-DCD2-4CB4-A627-8DFBDCE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17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13 controllers / 77 mappings</a:t>
            </a:r>
          </a:p>
        </p:txBody>
      </p:sp>
      <p:sp>
        <p:nvSpPr>
          <p:cNvPr id="18" name="line-189">
            <a:extLst xmlns:a="http://schemas.openxmlformats.org/drawingml/2006/main">
              <a:ext uri="{FF2B5EF4-FFF2-40B4-BE49-F238E27FC236}">
                <a16:creationId xmlns:a16="http://schemas.microsoft.com/office/drawing/2014/main" id="{C2E01748-C9CE-4DCD-A072-9B576CB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9" name="shape-190">
            <a:extLst xmlns:a="http://schemas.openxmlformats.org/drawingml/2006/main">
              <a:ext uri="{FF2B5EF4-FFF2-40B4-BE49-F238E27FC236}">
                <a16:creationId xmlns:a16="http://schemas.microsoft.com/office/drawing/2014/main" id="{556B9768-6BE3-4BDF-99DD-07851467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1">
            <a:extLst xmlns:a="http://schemas.openxmlformats.org/drawingml/2006/main">
              <a:ext uri="{FF2B5EF4-FFF2-40B4-BE49-F238E27FC236}">
                <a16:creationId xmlns:a16="http://schemas.microsoft.com/office/drawing/2014/main" id="{7D89A6AB-3CA8-4E1E-84C0-A8E3E5BF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21" name="text-192">
            <a:extLst xmlns:a="http://schemas.openxmlformats.org/drawingml/2006/main">
              <a:ext uri="{FF2B5EF4-FFF2-40B4-BE49-F238E27FC236}">
                <a16:creationId xmlns:a16="http://schemas.microsoft.com/office/drawing/2014/main" id="{9113913A-8555-41B9-81A8-EEFB05C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JWT + BCrypt + Filter</a:t>
            </a:r>
          </a:p>
        </p:txBody>
      </p:sp>
      <p:sp>
        <p:nvSpPr>
          <p:cNvPr id="22" name="text-193">
            <a:extLst xmlns:a="http://schemas.openxmlformats.org/drawingml/2006/main">
              <a:ext uri="{FF2B5EF4-FFF2-40B4-BE49-F238E27FC236}">
                <a16:creationId xmlns:a16="http://schemas.microsoft.com/office/drawing/2014/main" id="{8B9BAC22-3A84-4267-A87D-E43BBA3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未登录 401 · 普通用户 403</a:t>
            </a:r>
          </a:p>
        </p:txBody>
      </p:sp>
      <p:sp>
        <p:nvSpPr>
          <p:cNvPr id="23" name="line-194">
            <a:extLst xmlns:a="http://schemas.openxmlformats.org/drawingml/2006/main">
              <a:ext uri="{FF2B5EF4-FFF2-40B4-BE49-F238E27FC236}">
                <a16:creationId xmlns:a16="http://schemas.microsoft.com/office/drawing/2014/main" id="{488087E3-0EB0-4755-98B1-C2BF9F91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4" name="shape-195">
            <a:extLst xmlns:a="http://schemas.openxmlformats.org/drawingml/2006/main">
              <a:ext uri="{FF2B5EF4-FFF2-40B4-BE49-F238E27FC236}">
                <a16:creationId xmlns:a16="http://schemas.microsoft.com/office/drawing/2014/main" id="{27317EE6-1459-4ADC-85F6-91B19618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96">
            <a:extLst xmlns:a="http://schemas.openxmlformats.org/drawingml/2006/main">
              <a:ext uri="{FF2B5EF4-FFF2-40B4-BE49-F238E27FC236}">
                <a16:creationId xmlns:a16="http://schemas.microsoft.com/office/drawing/2014/main" id="{7C2B260A-C3DE-4EEB-ACD9-D503273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事务</a:t>
            </a:r>
          </a:p>
        </p:txBody>
      </p:sp>
      <p:sp>
        <p:nvSpPr>
          <p:cNvPr id="26" name="text-197">
            <a:extLst xmlns:a="http://schemas.openxmlformats.org/drawingml/2006/main">
              <a:ext uri="{FF2B5EF4-FFF2-40B4-BE49-F238E27FC236}">
                <a16:creationId xmlns:a16="http://schemas.microsoft.com/office/drawing/2014/main" id="{CF11CAD5-06B6-4051-B146-0C7DAD97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95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TransactionTemplate + CAS retry</a:t>
            </a:r>
          </a:p>
        </p:txBody>
      </p:sp>
      <p:sp>
        <p:nvSpPr>
          <p:cNvPr id="27" name="text-198">
            <a:extLst xmlns:a="http://schemas.openxmlformats.org/drawingml/2006/main">
              <a:ext uri="{FF2B5EF4-FFF2-40B4-BE49-F238E27FC236}">
                <a16:creationId xmlns:a16="http://schemas.microsoft.com/office/drawing/2014/main" id="{F5EA3471-CF21-4F11-879D-A3C1C57B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95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100 抢 80：不超卖</a:t>
            </a:r>
          </a:p>
        </p:txBody>
      </p:sp>
      <p:sp>
        <p:nvSpPr>
          <p:cNvPr id="28" name="line-199">
            <a:extLst xmlns:a="http://schemas.openxmlformats.org/drawingml/2006/main">
              <a:ext uri="{FF2B5EF4-FFF2-40B4-BE49-F238E27FC236}">
                <a16:creationId xmlns:a16="http://schemas.microsoft.com/office/drawing/2014/main" id="{DE97A7D1-0E0B-4F4F-B53D-8C29E29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9" name="shape-200">
            <a:extLst xmlns:a="http://schemas.openxmlformats.org/drawingml/2006/main">
              <a:ext uri="{FF2B5EF4-FFF2-40B4-BE49-F238E27FC236}">
                <a16:creationId xmlns:a16="http://schemas.microsoft.com/office/drawing/2014/main" id="{EE8488E0-0BD0-44E0-A074-40E1CF6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01">
            <a:extLst xmlns:a="http://schemas.openxmlformats.org/drawingml/2006/main">
              <a:ext uri="{FF2B5EF4-FFF2-40B4-BE49-F238E27FC236}">
                <a16:creationId xmlns:a16="http://schemas.microsoft.com/office/drawing/2014/main" id="{D953CEEF-4A20-4CCE-87B1-0913E7D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31" name="text-202">
            <a:extLst xmlns:a="http://schemas.openxmlformats.org/drawingml/2006/main">
              <a:ext uri="{FF2B5EF4-FFF2-40B4-BE49-F238E27FC236}">
                <a16:creationId xmlns:a16="http://schemas.microsoft.com/office/drawing/2014/main" id="{DE8F1F83-1780-46B4-8F81-FFC3993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MySQL 8 + 3NF + snapshots</a:t>
            </a:r>
          </a:p>
        </p:txBody>
      </p:sp>
      <p:sp>
        <p:nvSpPr>
          <p:cNvPr id="32" name="text-203">
            <a:extLst xmlns:a="http://schemas.openxmlformats.org/drawingml/2006/main">
              <a:ext uri="{FF2B5EF4-FFF2-40B4-BE49-F238E27FC236}">
                <a16:creationId xmlns:a16="http://schemas.microsoft.com/office/drawing/2014/main" id="{A36AD92D-C533-43EF-A5E0-1C6036F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E9B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E9B6D"/>
                </a:solidFill>
                <a:latin typeface="Microsoft YaHei"/>
                <a:ea typeface="Microsoft YaHei"/>
                <a:cs typeface="Microsoft YaHei"/>
              </a:rPr>
              <a:t>24 表 / seed 60 商品</a:t>
            </a:r>
          </a:p>
        </p:txBody>
      </p:sp>
      <p:sp>
        <p:nvSpPr>
          <p:cNvPr id="33" name="line-204">
            <a:extLst xmlns:a="http://schemas.openxmlformats.org/drawingml/2006/main">
              <a:ext uri="{FF2B5EF4-FFF2-40B4-BE49-F238E27FC236}">
                <a16:creationId xmlns:a16="http://schemas.microsoft.com/office/drawing/2014/main" id="{1DF44D8A-2713-4641-A15C-62DC538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4" name="shape-205">
            <a:extLst xmlns:a="http://schemas.openxmlformats.org/drawingml/2006/main">
              <a:ext uri="{FF2B5EF4-FFF2-40B4-BE49-F238E27FC236}">
                <a16:creationId xmlns:a16="http://schemas.microsoft.com/office/drawing/2014/main" id="{0558FBA5-6A8A-488A-AC89-D00EAB4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206">
            <a:extLst xmlns:a="http://schemas.openxmlformats.org/drawingml/2006/main">
              <a:ext uri="{FF2B5EF4-FFF2-40B4-BE49-F238E27FC236}">
                <a16:creationId xmlns:a16="http://schemas.microsoft.com/office/drawing/2014/main" id="{E178462B-8C3C-4342-B38F-1E9CCAF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6" name="text-207">
            <a:extLst xmlns:a="http://schemas.openxmlformats.org/drawingml/2006/main">
              <a:ext uri="{FF2B5EF4-FFF2-40B4-BE49-F238E27FC236}">
                <a16:creationId xmlns:a16="http://schemas.microsoft.com/office/drawing/2014/main" id="{1BE6E0B0-ACB6-44EB-8B89-0A203AA9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672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FastAPI + LangChain tools/memory</a:t>
            </a:r>
          </a:p>
        </p:txBody>
      </p:sp>
      <p:sp>
        <p:nvSpPr>
          <p:cNvPr id="37" name="text-208">
            <a:extLst xmlns:a="http://schemas.openxmlformats.org/drawingml/2006/main">
              <a:ext uri="{FF2B5EF4-FFF2-40B4-BE49-F238E27FC236}">
                <a16:creationId xmlns:a16="http://schemas.microsoft.com/office/drawing/2014/main" id="{C43AA785-0E43-42CA-80EF-2F39682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672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8 tools · 2 类 memory</a:t>
            </a:r>
          </a:p>
        </p:txBody>
      </p:sp>
      <p:sp>
        <p:nvSpPr>
          <p:cNvPr id="38" name="line-209">
            <a:extLst xmlns:a="http://schemas.openxmlformats.org/drawingml/2006/main">
              <a:ext uri="{FF2B5EF4-FFF2-40B4-BE49-F238E27FC236}">
                <a16:creationId xmlns:a16="http://schemas.microsoft.com/office/drawing/2014/main" id="{023DB086-B1DE-4F86-BC3D-AAA2C815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9" name="shape-210">
            <a:extLst xmlns:a="http://schemas.openxmlformats.org/drawingml/2006/main">
              <a:ext uri="{FF2B5EF4-FFF2-40B4-BE49-F238E27FC236}">
                <a16:creationId xmlns:a16="http://schemas.microsoft.com/office/drawing/2014/main" id="{F3C437EC-E4F2-4EA3-8446-C5AC59B4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211">
            <a:extLst xmlns:a="http://schemas.openxmlformats.org/drawingml/2006/main">
              <a:ext uri="{FF2B5EF4-FFF2-40B4-BE49-F238E27FC236}">
                <a16:creationId xmlns:a16="http://schemas.microsoft.com/office/drawing/2014/main" id="{E93092EC-F6F7-4E99-A162-04C6257B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41" name="text-212">
            <a:extLst xmlns:a="http://schemas.openxmlformats.org/drawingml/2006/main">
              <a:ext uri="{FF2B5EF4-FFF2-40B4-BE49-F238E27FC236}">
                <a16:creationId xmlns:a16="http://schemas.microsoft.com/office/drawing/2014/main" id="{AA07DB9E-49BB-4D27-A2BA-03037065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Docker Compose + logs</a:t>
            </a:r>
          </a:p>
        </p:txBody>
      </p:sp>
      <p:sp>
        <p:nvSpPr>
          <p:cNvPr id="42" name="text-213">
            <a:extLst xmlns:a="http://schemas.openxmlformats.org/drawingml/2006/main">
              <a:ext uri="{FF2B5EF4-FFF2-40B4-BE49-F238E27FC236}">
                <a16:creationId xmlns:a16="http://schemas.microsoft.com/office/drawing/2014/main" id="{B628651F-D7E8-4CFA-A664-6ECF93C5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四容器 / env secrets</a:t>
            </a:r>
          </a:p>
        </p:txBody>
      </p:sp>
      <p:sp>
        <p:nvSpPr>
          <p:cNvPr id="43" name="line-214">
            <a:extLst xmlns:a="http://schemas.openxmlformats.org/drawingml/2006/main">
              <a:ext uri="{FF2B5EF4-FFF2-40B4-BE49-F238E27FC236}">
                <a16:creationId xmlns:a16="http://schemas.microsoft.com/office/drawing/2014/main" id="{BC464E49-2F3B-4FA8-8406-C91F66E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44" name="text-215">
            <a:extLst xmlns:a="http://schemas.openxmlformats.org/drawingml/2006/main">
              <a:ext uri="{FF2B5EF4-FFF2-40B4-BE49-F238E27FC236}">
                <a16:creationId xmlns:a16="http://schemas.microsoft.com/office/drawing/2014/main" id="{8959FCB6-07A1-44D1-8D47-488FFFB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README.md · source tree · verification logs</a:t>
            </a:r>
          </a:p>
        </p:txBody>
      </p:sp>
      <p:sp>
        <p:nvSpPr>
          <p:cNvPr id="45" name="text-216">
            <a:extLst xmlns:a="http://schemas.openxmlformats.org/drawingml/2006/main">
              <a:ext uri="{FF2B5EF4-FFF2-40B4-BE49-F238E27FC236}">
                <a16:creationId xmlns:a16="http://schemas.microsoft.com/office/drawing/2014/main" id="{C7C964D3-9B08-4C6F-9CC5-50BF1E7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5270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17">
            <a:extLst xmlns:a="http://schemas.openxmlformats.org/drawingml/2006/main">
              <a:ext uri="{FF2B5EF4-FFF2-40B4-BE49-F238E27FC236}">
                <a16:creationId xmlns:a16="http://schemas.microsoft.com/office/drawing/2014/main" id="{C7F555AE-82BC-4BB8-BACA-FDB808BE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DATA DESIGN</a:t>
            </a:r>
          </a:p>
        </p:txBody>
      </p:sp>
      <p:sp>
        <p:nvSpPr>
          <p:cNvPr id="2" name="text-218">
            <a:extLst xmlns:a="http://schemas.openxmlformats.org/drawingml/2006/main">
              <a:ext uri="{FF2B5EF4-FFF2-40B4-BE49-F238E27FC236}">
                <a16:creationId xmlns:a16="http://schemas.microsoft.com/office/drawing/2014/main" id="{5431B732-B8F2-43BE-B2F1-8BD24ED3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24张表支撑业务事实，快照保住历史订单</a:t>
            </a:r>
          </a:p>
        </p:txBody>
      </p:sp>
      <p:sp>
        <p:nvSpPr>
          <p:cNvPr id="3" name="text-219">
            <a:extLst xmlns:a="http://schemas.openxmlformats.org/drawingml/2006/main">
              <a:ext uri="{FF2B5EF4-FFF2-40B4-BE49-F238E27FC236}">
                <a16:creationId xmlns:a16="http://schemas.microsoft.com/office/drawing/2014/main" id="{8E8877AB-BE2C-44B7-9BF6-9754D18B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主业务按实体拆分；Agent 数据单独成域；非规范化只保留有业务语义的历史事实。</a:t>
            </a:r>
          </a:p>
        </p:txBody>
      </p:sp>
      <p:sp>
        <p:nvSpPr>
          <p:cNvPr id="4" name="shape-220">
            <a:extLst xmlns:a="http://schemas.openxmlformats.org/drawingml/2006/main">
              <a:ext uri="{FF2B5EF4-FFF2-40B4-BE49-F238E27FC236}">
                <a16:creationId xmlns:a16="http://schemas.microsoft.com/office/drawing/2014/main" id="{183D8D50-E537-46C1-8412-FE0735F7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05000" cy="2152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shape-221">
            <a:extLst xmlns:a="http://schemas.openxmlformats.org/drawingml/2006/main">
              <a:ext uri="{FF2B5EF4-FFF2-40B4-BE49-F238E27FC236}">
                <a16:creationId xmlns:a16="http://schemas.microsoft.com/office/drawing/2014/main" id="{FC4E6215-47A6-4F8D-9D56-3DF02C86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222">
            <a:extLst xmlns:a="http://schemas.openxmlformats.org/drawingml/2006/main">
              <a:ext uri="{FF2B5EF4-FFF2-40B4-BE49-F238E27FC236}">
                <a16:creationId xmlns:a16="http://schemas.microsoft.com/office/drawing/2014/main" id="{7A2DFC81-5463-4B6F-9C34-DB46CF1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7" name="text-223">
            <a:extLst xmlns:a="http://schemas.openxmlformats.org/drawingml/2006/main">
              <a:ext uri="{FF2B5EF4-FFF2-40B4-BE49-F238E27FC236}">
                <a16:creationId xmlns:a16="http://schemas.microsoft.com/office/drawing/2014/main" id="{9F6CB25C-6118-46B0-821E-5790AB2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52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shipping_address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user_feedback</a:t>
            </a:r>
          </a:p>
        </p:txBody>
      </p:sp>
      <p:sp>
        <p:nvSpPr>
          <p:cNvPr id="8" name="shape-224">
            <a:extLst xmlns:a="http://schemas.openxmlformats.org/drawingml/2006/main">
              <a:ext uri="{FF2B5EF4-FFF2-40B4-BE49-F238E27FC236}">
                <a16:creationId xmlns:a16="http://schemas.microsoft.com/office/drawing/2014/main" id="{6D3CE023-3A34-4D75-BAE4-2F5640D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905000" cy="2152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9" name="shape-225">
            <a:extLst xmlns:a="http://schemas.openxmlformats.org/drawingml/2006/main">
              <a:ext uri="{FF2B5EF4-FFF2-40B4-BE49-F238E27FC236}">
                <a16:creationId xmlns:a16="http://schemas.microsoft.com/office/drawing/2014/main" id="{DBC71001-81CA-4804-AADC-7A74866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6">
            <a:extLst xmlns:a="http://schemas.openxmlformats.org/drawingml/2006/main">
              <a:ext uri="{FF2B5EF4-FFF2-40B4-BE49-F238E27FC236}">
                <a16:creationId xmlns:a16="http://schemas.microsoft.com/office/drawing/2014/main" id="{5D79C326-E51F-433C-B3D5-F1D2DB2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E9B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E9B6D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11" name="text-227">
            <a:extLst xmlns:a="http://schemas.openxmlformats.org/drawingml/2006/main">
              <a:ext uri="{FF2B5EF4-FFF2-40B4-BE49-F238E27FC236}">
                <a16:creationId xmlns:a16="http://schemas.microsoft.com/office/drawing/2014/main" id="{99564189-8A7D-40BC-ABFB-77B3C6E2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52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tag / banner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search logs</a:t>
            </a:r>
          </a:p>
        </p:txBody>
      </p:sp>
      <p:sp>
        <p:nvSpPr>
          <p:cNvPr id="12" name="shape-228">
            <a:extLst xmlns:a="http://schemas.openxmlformats.org/drawingml/2006/main">
              <a:ext uri="{FF2B5EF4-FFF2-40B4-BE49-F238E27FC236}">
                <a16:creationId xmlns:a16="http://schemas.microsoft.com/office/drawing/2014/main" id="{4F8E9D0A-D2CF-4CCD-B33A-A7E8911A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905000" cy="2152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3" name="shape-229">
            <a:extLst xmlns:a="http://schemas.openxmlformats.org/drawingml/2006/main">
              <a:ext uri="{FF2B5EF4-FFF2-40B4-BE49-F238E27FC236}">
                <a16:creationId xmlns:a16="http://schemas.microsoft.com/office/drawing/2014/main" id="{7E9F134F-AE60-4A26-B3CD-91D09273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30">
            <a:extLst xmlns:a="http://schemas.openxmlformats.org/drawingml/2006/main">
              <a:ext uri="{FF2B5EF4-FFF2-40B4-BE49-F238E27FC236}">
                <a16:creationId xmlns:a16="http://schemas.microsoft.com/office/drawing/2014/main" id="{5B2E8794-39BA-42D0-83AA-CD76023A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交易</a:t>
            </a:r>
          </a:p>
        </p:txBody>
      </p:sp>
      <p:sp>
        <p:nvSpPr>
          <p:cNvPr id="15" name="text-231">
            <a:extLst xmlns:a="http://schemas.openxmlformats.org/drawingml/2006/main">
              <a:ext uri="{FF2B5EF4-FFF2-40B4-BE49-F238E27FC236}">
                <a16:creationId xmlns:a16="http://schemas.microsoft.com/office/drawing/2014/main" id="{3DD209E3-9403-4CEB-85D3-04E3EBE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52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cart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order_item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after_sale</a:t>
            </a:r>
          </a:p>
        </p:txBody>
      </p:sp>
      <p:sp>
        <p:nvSpPr>
          <p:cNvPr id="16" name="shape-232">
            <a:extLst xmlns:a="http://schemas.openxmlformats.org/drawingml/2006/main">
              <a:ext uri="{FF2B5EF4-FFF2-40B4-BE49-F238E27FC236}">
                <a16:creationId xmlns:a16="http://schemas.microsoft.com/office/drawing/2014/main" id="{77F6A02A-3F4A-453A-A225-22C7B48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1905000" cy="2152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shape-233">
            <a:extLst xmlns:a="http://schemas.openxmlformats.org/drawingml/2006/main">
              <a:ext uri="{FF2B5EF4-FFF2-40B4-BE49-F238E27FC236}">
                <a16:creationId xmlns:a16="http://schemas.microsoft.com/office/drawing/2014/main" id="{FA1C0767-6B80-4D7F-82F4-4613E6B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34">
            <a:extLst xmlns:a="http://schemas.openxmlformats.org/drawingml/2006/main">
              <a:ext uri="{FF2B5EF4-FFF2-40B4-BE49-F238E27FC236}">
                <a16:creationId xmlns:a16="http://schemas.microsoft.com/office/drawing/2014/main" id="{E411C951-465B-4894-9675-22E86B5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33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9" name="text-235">
            <a:extLst xmlns:a="http://schemas.openxmlformats.org/drawingml/2006/main">
              <a:ext uri="{FF2B5EF4-FFF2-40B4-BE49-F238E27FC236}">
                <a16:creationId xmlns:a16="http://schemas.microsoft.com/office/drawing/2014/main" id="{A5C85D8F-BF2A-432F-A6EA-B4A7074B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152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agent_conversation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knowledge_chunk</a:t>
            </a:r>
          </a:p>
        </p:txBody>
      </p:sp>
      <p:sp>
        <p:nvSpPr>
          <p:cNvPr id="20" name="shape-236">
            <a:extLst xmlns:a="http://schemas.openxmlformats.org/drawingml/2006/main">
              <a:ext uri="{FF2B5EF4-FFF2-40B4-BE49-F238E27FC236}">
                <a16:creationId xmlns:a16="http://schemas.microsoft.com/office/drawing/2014/main" id="{888676B6-F4C2-4B63-AB93-0CF0556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905000" cy="2152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1" name="shape-237">
            <a:extLst xmlns:a="http://schemas.openxmlformats.org/drawingml/2006/main">
              <a:ext uri="{FF2B5EF4-FFF2-40B4-BE49-F238E27FC236}">
                <a16:creationId xmlns:a16="http://schemas.microsoft.com/office/drawing/2014/main" id="{7930FC17-5C87-4A81-86EB-C1ABAAC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38">
            <a:extLst xmlns:a="http://schemas.openxmlformats.org/drawingml/2006/main">
              <a:ext uri="{FF2B5EF4-FFF2-40B4-BE49-F238E27FC236}">
                <a16:creationId xmlns:a16="http://schemas.microsoft.com/office/drawing/2014/main" id="{AC96988A-B0A5-471C-B9A1-DE244A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33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3" name="text-239">
            <a:extLst xmlns:a="http://schemas.openxmlformats.org/drawingml/2006/main">
              <a:ext uri="{FF2B5EF4-FFF2-40B4-BE49-F238E27FC236}">
                <a16:creationId xmlns:a16="http://schemas.microsoft.com/office/drawing/2014/main" id="{C1F5D374-9932-4BCA-BB19-0D86C95E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152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coupon / points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favorites / history</a:t>
            </a:r>
          </a:p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admin audit</a:t>
            </a:r>
          </a:p>
        </p:txBody>
      </p:sp>
      <p:sp>
        <p:nvSpPr>
          <p:cNvPr id="24" name="line-240">
            <a:extLst xmlns:a="http://schemas.openxmlformats.org/drawingml/2006/main">
              <a:ext uri="{FF2B5EF4-FFF2-40B4-BE49-F238E27FC236}">
                <a16:creationId xmlns:a16="http://schemas.microsoft.com/office/drawing/2014/main" id="{9A53B814-0C18-4735-9FBD-5342395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25" name="shape-241">
            <a:extLst xmlns:a="http://schemas.openxmlformats.org/drawingml/2006/main">
              <a:ext uri="{FF2B5EF4-FFF2-40B4-BE49-F238E27FC236}">
                <a16:creationId xmlns:a16="http://schemas.microsoft.com/office/drawing/2014/main" id="{7916594A-0B8D-475B-9028-8622A4EF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2">
            <a:extLst xmlns:a="http://schemas.openxmlformats.org/drawingml/2006/main">
              <a:ext uri="{FF2B5EF4-FFF2-40B4-BE49-F238E27FC236}">
                <a16:creationId xmlns:a16="http://schemas.microsoft.com/office/drawing/2014/main" id="{6852E187-5362-4807-B76C-28D4726C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3NF 例外解释</a:t>
            </a:r>
          </a:p>
        </p:txBody>
      </p:sp>
      <p:sp>
        <p:nvSpPr>
          <p:cNvPr id="27" name="text-243">
            <a:extLst xmlns:a="http://schemas.openxmlformats.org/drawingml/2006/main">
              <a:ext uri="{FF2B5EF4-FFF2-40B4-BE49-F238E27FC236}">
                <a16:creationId xmlns:a16="http://schemas.microsoft.com/office/drawing/2014/main" id="{CEF1C22F-7576-4D89-8522-897D0A9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577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45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order_item.product_name_snapshot / price_snapshot 是“下单时刻事实”，不是可由当前 product 推导的冗余。</a:t>
            </a:r>
          </a:p>
        </p:txBody>
      </p:sp>
      <p:sp>
        <p:nvSpPr>
          <p:cNvPr id="28" name="line-244">
            <a:extLst xmlns:a="http://schemas.openxmlformats.org/drawingml/2006/main">
              <a:ext uri="{FF2B5EF4-FFF2-40B4-BE49-F238E27FC236}">
                <a16:creationId xmlns:a16="http://schemas.microsoft.com/office/drawing/2014/main" id="{886CC1E6-5543-4011-B5D6-F64AD72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9" name="text-245">
            <a:extLst xmlns:a="http://schemas.openxmlformats.org/drawingml/2006/main">
              <a:ext uri="{FF2B5EF4-FFF2-40B4-BE49-F238E27FC236}">
                <a16:creationId xmlns:a16="http://schemas.microsoft.com/office/drawing/2014/main" id="{AE197E93-813D-450A-A565-B60E2BF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docs/schema.sql · docs/er-diagram.md</a:t>
            </a:r>
          </a:p>
        </p:txBody>
      </p:sp>
      <p:sp>
        <p:nvSpPr>
          <p:cNvPr id="30" name="text-246">
            <a:extLst xmlns:a="http://schemas.openxmlformats.org/drawingml/2006/main">
              <a:ext uri="{FF2B5EF4-FFF2-40B4-BE49-F238E27FC236}">
                <a16:creationId xmlns:a16="http://schemas.microsoft.com/office/drawing/2014/main" id="{9EACA5E0-96F3-4CF5-88A6-93C0D4E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6674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47">
            <a:extLst xmlns:a="http://schemas.openxmlformats.org/drawingml/2006/main">
              <a:ext uri="{FF2B5EF4-FFF2-40B4-BE49-F238E27FC236}">
                <a16:creationId xmlns:a16="http://schemas.microsoft.com/office/drawing/2014/main" id="{05C27A05-9BD0-46D4-8302-F9562C7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MODULE 01 · USER</a:t>
            </a:r>
          </a:p>
        </p:txBody>
      </p:sp>
      <p:sp>
        <p:nvSpPr>
          <p:cNvPr id="2" name="text-248">
            <a:extLst xmlns:a="http://schemas.openxmlformats.org/drawingml/2006/main">
              <a:ext uri="{FF2B5EF4-FFF2-40B4-BE49-F238E27FC236}">
                <a16:creationId xmlns:a16="http://schemas.microsoft.com/office/drawing/2014/main" id="{FD4B5ED4-50A0-454B-A97D-6AF0FB5E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认证只解析一次，权限在请求入口收口</a:t>
            </a:r>
          </a:p>
        </p:txBody>
      </p:sp>
      <p:sp>
        <p:nvSpPr>
          <p:cNvPr id="3" name="text-249">
            <a:extLst xmlns:a="http://schemas.openxmlformats.org/drawingml/2006/main">
              <a:ext uri="{FF2B5EF4-FFF2-40B4-BE49-F238E27FC236}">
                <a16:creationId xmlns:a16="http://schemas.microsoft.com/office/drawing/2014/main" id="{C5EC9FC3-E765-4FBD-9DDF-ECC5B8B6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JWT 过滤器把身份放进安全上下文；业务 Controller 不重复解析 token。</a:t>
            </a:r>
          </a:p>
        </p:txBody>
      </p:sp>
      <p:sp>
        <p:nvSpPr>
          <p:cNvPr id="4" name="line-250">
            <a:extLst xmlns:a="http://schemas.openxmlformats.org/drawingml/2006/main">
              <a:ext uri="{FF2B5EF4-FFF2-40B4-BE49-F238E27FC236}">
                <a16:creationId xmlns:a16="http://schemas.microsoft.com/office/drawing/2014/main" id="{F4FCCB42-D701-4E66-916A-72A99D01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251">
            <a:extLst xmlns:a="http://schemas.openxmlformats.org/drawingml/2006/main">
              <a:ext uri="{FF2B5EF4-FFF2-40B4-BE49-F238E27FC236}">
                <a16:creationId xmlns:a16="http://schemas.microsoft.com/office/drawing/2014/main" id="{11FBE78D-A26D-4F8D-A150-B8B68A6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619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text-252">
            <a:extLst xmlns:a="http://schemas.openxmlformats.org/drawingml/2006/main">
              <a:ext uri="{FF2B5EF4-FFF2-40B4-BE49-F238E27FC236}">
                <a16:creationId xmlns:a16="http://schemas.microsoft.com/office/drawing/2014/main" id="{90080BBA-4ED4-4846-A1A6-C746A70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Request</a:t>
            </a:r>
          </a:p>
        </p:txBody>
      </p:sp>
      <p:sp>
        <p:nvSpPr>
          <p:cNvPr id="7" name="text-253">
            <a:extLst xmlns:a="http://schemas.openxmlformats.org/drawingml/2006/main">
              <a:ext uri="{FF2B5EF4-FFF2-40B4-BE49-F238E27FC236}">
                <a16:creationId xmlns:a16="http://schemas.microsoft.com/office/drawing/2014/main" id="{E9F5141A-7AD3-4A7D-909D-934D6BE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Bearer access token</a:t>
            </a:r>
          </a:p>
        </p:txBody>
      </p:sp>
      <p:sp>
        <p:nvSpPr>
          <p:cNvPr id="8" name="shape-254">
            <a:extLst xmlns:a="http://schemas.openxmlformats.org/drawingml/2006/main">
              <a:ext uri="{FF2B5EF4-FFF2-40B4-BE49-F238E27FC236}">
                <a16:creationId xmlns:a16="http://schemas.microsoft.com/office/drawing/2014/main" id="{8E6B318A-294D-49BE-B638-1F30ADB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255">
            <a:extLst xmlns:a="http://schemas.openxmlformats.org/drawingml/2006/main">
              <a:ext uri="{FF2B5EF4-FFF2-40B4-BE49-F238E27FC236}">
                <a16:creationId xmlns:a16="http://schemas.microsoft.com/office/drawing/2014/main" id="{BCD06675-6035-4436-A832-03968EA5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2095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0" name="text-256">
            <a:extLst xmlns:a="http://schemas.openxmlformats.org/drawingml/2006/main">
              <a:ext uri="{FF2B5EF4-FFF2-40B4-BE49-F238E27FC236}">
                <a16:creationId xmlns:a16="http://schemas.microsoft.com/office/drawing/2014/main" id="{B7CE9917-B3F1-4C7E-8C2D-5DFF336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8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JwtAuthenticationFilter</a:t>
            </a:r>
          </a:p>
        </p:txBody>
      </p:sp>
      <p:sp>
        <p:nvSpPr>
          <p:cNvPr id="11" name="text-257">
            <a:extLst xmlns:a="http://schemas.openxmlformats.org/drawingml/2006/main">
              <a:ext uri="{FF2B5EF4-FFF2-40B4-BE49-F238E27FC236}">
                <a16:creationId xmlns:a16="http://schemas.microsoft.com/office/drawing/2014/main" id="{593880FA-0D89-43BD-8AFE-ED76325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校验签名 / type / expiry</a:t>
            </a:r>
          </a:p>
        </p:txBody>
      </p:sp>
      <p:sp>
        <p:nvSpPr>
          <p:cNvPr id="12" name="shape-258">
            <a:extLst xmlns:a="http://schemas.openxmlformats.org/drawingml/2006/main">
              <a:ext uri="{FF2B5EF4-FFF2-40B4-BE49-F238E27FC236}">
                <a16:creationId xmlns:a16="http://schemas.microsoft.com/office/drawing/2014/main" id="{9B8924AD-6CC1-49F0-8E84-834FB5B2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259">
            <a:extLst xmlns:a="http://schemas.openxmlformats.org/drawingml/2006/main">
              <a:ext uri="{FF2B5EF4-FFF2-40B4-BE49-F238E27FC236}">
                <a16:creationId xmlns:a16="http://schemas.microsoft.com/office/drawing/2014/main" id="{C66D5F0D-9ABC-4D16-BF89-0BCE38F0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1905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text-260">
            <a:extLst xmlns:a="http://schemas.openxmlformats.org/drawingml/2006/main">
              <a:ext uri="{FF2B5EF4-FFF2-40B4-BE49-F238E27FC236}">
                <a16:creationId xmlns:a16="http://schemas.microsoft.com/office/drawing/2014/main" id="{1C3015B6-8157-4FAC-AB74-46C6DD53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SecurityContext</a:t>
            </a:r>
          </a:p>
        </p:txBody>
      </p:sp>
      <p:sp>
        <p:nvSpPr>
          <p:cNvPr id="15" name="text-261">
            <a:extLst xmlns:a="http://schemas.openxmlformats.org/drawingml/2006/main">
              <a:ext uri="{FF2B5EF4-FFF2-40B4-BE49-F238E27FC236}">
                <a16:creationId xmlns:a16="http://schemas.microsoft.com/office/drawing/2014/main" id="{6AE36B2D-4C8F-4EC9-9D1A-421BB50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trusted userId + role</a:t>
            </a:r>
          </a:p>
        </p:txBody>
      </p:sp>
      <p:sp>
        <p:nvSpPr>
          <p:cNvPr id="16" name="shape-262">
            <a:extLst xmlns:a="http://schemas.openxmlformats.org/drawingml/2006/main">
              <a:ext uri="{FF2B5EF4-FFF2-40B4-BE49-F238E27FC236}">
                <a16:creationId xmlns:a16="http://schemas.microsoft.com/office/drawing/2014/main" id="{AA10454F-A145-45F0-BCBE-16A728A8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263">
            <a:extLst xmlns:a="http://schemas.openxmlformats.org/drawingml/2006/main">
              <a:ext uri="{FF2B5EF4-FFF2-40B4-BE49-F238E27FC236}">
                <a16:creationId xmlns:a16="http://schemas.microsoft.com/office/drawing/2014/main" id="{D4FEB133-78F2-4F0C-8FE7-3A1C2EB5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18097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8" name="text-264">
            <a:extLst xmlns:a="http://schemas.openxmlformats.org/drawingml/2006/main">
              <a:ext uri="{FF2B5EF4-FFF2-40B4-BE49-F238E27FC236}">
                <a16:creationId xmlns:a16="http://schemas.microsoft.com/office/drawing/2014/main" id="{67EB6DD6-F6B2-477F-8D02-458034B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9" name="text-265">
            <a:extLst xmlns:a="http://schemas.openxmlformats.org/drawingml/2006/main">
              <a:ext uri="{FF2B5EF4-FFF2-40B4-BE49-F238E27FC236}">
                <a16:creationId xmlns:a16="http://schemas.microsoft.com/office/drawing/2014/main" id="{3CB5CBB7-FDF4-4F0A-AA0D-A5D33EBD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CurrentUser / role guard</a:t>
            </a:r>
          </a:p>
        </p:txBody>
      </p:sp>
      <p:sp>
        <p:nvSpPr>
          <p:cNvPr id="20" name="shape-266">
            <a:extLst xmlns:a="http://schemas.openxmlformats.org/drawingml/2006/main">
              <a:ext uri="{FF2B5EF4-FFF2-40B4-BE49-F238E27FC236}">
                <a16:creationId xmlns:a16="http://schemas.microsoft.com/office/drawing/2014/main" id="{8699C4AF-D726-4DF3-8870-9811B4E1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267">
            <a:extLst xmlns:a="http://schemas.openxmlformats.org/drawingml/2006/main">
              <a:ext uri="{FF2B5EF4-FFF2-40B4-BE49-F238E27FC236}">
                <a16:creationId xmlns:a16="http://schemas.microsoft.com/office/drawing/2014/main" id="{A202E5CA-CB2D-4CDE-8AC2-605FC8FA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268">
            <a:extLst xmlns:a="http://schemas.openxmlformats.org/drawingml/2006/main">
              <a:ext uri="{FF2B5EF4-FFF2-40B4-BE49-F238E27FC236}">
                <a16:creationId xmlns:a16="http://schemas.microsoft.com/office/drawing/2014/main" id="{B0BC8235-BBA9-4AC3-9132-6F7BC33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69">
            <a:extLst xmlns:a="http://schemas.openxmlformats.org/drawingml/2006/main">
              <a:ext uri="{FF2B5EF4-FFF2-40B4-BE49-F238E27FC236}">
                <a16:creationId xmlns:a16="http://schemas.microsoft.com/office/drawing/2014/main" id="{5A504BA5-0879-4B6E-85ED-89E9381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270">
            <a:extLst xmlns:a="http://schemas.openxmlformats.org/drawingml/2006/main">
              <a:ext uri="{FF2B5EF4-FFF2-40B4-BE49-F238E27FC236}">
                <a16:creationId xmlns:a16="http://schemas.microsoft.com/office/drawing/2014/main" id="{8BD53364-32E4-42A6-A882-3799C1C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666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71">
            <a:extLst xmlns:a="http://schemas.openxmlformats.org/drawingml/2006/main">
              <a:ext uri="{FF2B5EF4-FFF2-40B4-BE49-F238E27FC236}">
                <a16:creationId xmlns:a16="http://schemas.microsoft.com/office/drawing/2014/main" id="{CF91603B-9061-4F03-B86D-F28F9F26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401</a:t>
            </a:r>
          </a:p>
        </p:txBody>
      </p:sp>
      <p:sp>
        <p:nvSpPr>
          <p:cNvPr id="26" name="text-272">
            <a:extLst xmlns:a="http://schemas.openxmlformats.org/drawingml/2006/main">
              <a:ext uri="{FF2B5EF4-FFF2-40B4-BE49-F238E27FC236}">
                <a16:creationId xmlns:a16="http://schemas.microsoft.com/office/drawing/2014/main" id="{188EBFA5-4270-424A-AAD5-0474C957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未携带 / 失效 token → 统一未认证</a:t>
            </a:r>
          </a:p>
        </p:txBody>
      </p:sp>
      <p:sp>
        <p:nvSpPr>
          <p:cNvPr id="27" name="shape-273">
            <a:extLst xmlns:a="http://schemas.openxmlformats.org/drawingml/2006/main">
              <a:ext uri="{FF2B5EF4-FFF2-40B4-BE49-F238E27FC236}">
                <a16:creationId xmlns:a16="http://schemas.microsoft.com/office/drawing/2014/main" id="{A3072A43-5FD1-40A5-A5E0-7AE572B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666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74">
            <a:extLst xmlns:a="http://schemas.openxmlformats.org/drawingml/2006/main">
              <a:ext uri="{FF2B5EF4-FFF2-40B4-BE49-F238E27FC236}">
                <a16:creationId xmlns:a16="http://schemas.microsoft.com/office/drawing/2014/main" id="{8B878489-12AD-4465-A1ED-77B1256A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05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29" name="text-275">
            <a:extLst xmlns:a="http://schemas.openxmlformats.org/drawingml/2006/main">
              <a:ext uri="{FF2B5EF4-FFF2-40B4-BE49-F238E27FC236}">
                <a16:creationId xmlns:a16="http://schemas.microsoft.com/office/drawing/2014/main" id="{5A1B991E-F5C1-4AC6-821E-CBC7E6FD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已登录但角色不足 → 统一拒绝</a:t>
            </a:r>
          </a:p>
        </p:txBody>
      </p:sp>
      <p:sp>
        <p:nvSpPr>
          <p:cNvPr id="30" name="text-276">
            <a:extLst xmlns:a="http://schemas.openxmlformats.org/drawingml/2006/main">
              <a:ext uri="{FF2B5EF4-FFF2-40B4-BE49-F238E27FC236}">
                <a16:creationId xmlns:a16="http://schemas.microsoft.com/office/drawing/2014/main" id="{89D9AD97-F941-4904-8143-8036BD8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Access 2h  ·  Refresh 7d  ·  BCrypt strength 10  ·  axios 自动刷新</a:t>
            </a:r>
          </a:p>
        </p:txBody>
      </p:sp>
      <p:sp>
        <p:nvSpPr>
          <p:cNvPr id="31" name="line-277">
            <a:extLst xmlns:a="http://schemas.openxmlformats.org/drawingml/2006/main">
              <a:ext uri="{FF2B5EF4-FFF2-40B4-BE49-F238E27FC236}">
                <a16:creationId xmlns:a16="http://schemas.microsoft.com/office/drawing/2014/main" id="{AD0D6A6F-BFD6-4D60-9127-E915C10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2" name="text-278">
            <a:extLst xmlns:a="http://schemas.openxmlformats.org/drawingml/2006/main">
              <a:ext uri="{FF2B5EF4-FFF2-40B4-BE49-F238E27FC236}">
                <a16:creationId xmlns:a16="http://schemas.microsoft.com/office/drawing/2014/main" id="{F0F53026-4390-4FD4-A501-30626F0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JwtService · JwtAuthenticationFilter · SecurityConfig · http.js</a:t>
            </a:r>
          </a:p>
        </p:txBody>
      </p:sp>
      <p:sp>
        <p:nvSpPr>
          <p:cNvPr id="33" name="text-279">
            <a:extLst xmlns:a="http://schemas.openxmlformats.org/drawingml/2006/main">
              <a:ext uri="{FF2B5EF4-FFF2-40B4-BE49-F238E27FC236}">
                <a16:creationId xmlns:a16="http://schemas.microsoft.com/office/drawing/2014/main" id="{895776A9-AE45-48EA-8E22-B1CFAFA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6466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80">
            <a:extLst xmlns:a="http://schemas.openxmlformats.org/drawingml/2006/main">
              <a:ext uri="{FF2B5EF4-FFF2-40B4-BE49-F238E27FC236}">
                <a16:creationId xmlns:a16="http://schemas.microsoft.com/office/drawing/2014/main" id="{90C4DEA0-F25D-466D-AFCB-83F7C92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MODULE 02 · PRODUCT</a:t>
            </a:r>
          </a:p>
        </p:txBody>
      </p:sp>
      <p:sp>
        <p:nvSpPr>
          <p:cNvPr id="2" name="text-281">
            <a:extLst xmlns:a="http://schemas.openxmlformats.org/drawingml/2006/main">
              <a:ext uri="{FF2B5EF4-FFF2-40B4-BE49-F238E27FC236}">
                <a16:creationId xmlns:a16="http://schemas.microsoft.com/office/drawing/2014/main" id="{0499F4E2-03BA-463E-949D-C2731C9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商品模块覆盖浏览、库存与后台维护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2CFABB98-6809-4BB1-903C-3EF0BC1A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公开浏览、分类树、分页排序与 ADMIN CRUD 共用同一套业务 API。</a:t>
            </a:r>
          </a:p>
        </p:txBody>
      </p:sp>
      <p:sp>
        <p:nvSpPr>
          <p:cNvPr id="4" name="shape-283">
            <a:extLst xmlns:a="http://schemas.openxmlformats.org/drawingml/2006/main">
              <a:ext uri="{FF2B5EF4-FFF2-40B4-BE49-F238E27FC236}">
                <a16:creationId xmlns:a16="http://schemas.microsoft.com/office/drawing/2014/main" id="{64AFCB04-341D-4D45-8466-D1E7AB54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781800" cy="3867150"/>
          </a:xfrm>
          <a:prstGeom xmlns:a="http://schemas.openxmlformats.org/drawingml/2006/main" prst="roundRect">
            <a:avLst>
              <a:gd name="adj" fmla="val 3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b27638dc642a8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38350"/>
            <a:ext cx="6667500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6" name="shape-284">
            <a:extLst xmlns:a="http://schemas.openxmlformats.org/drawingml/2006/main">
              <a:ext uri="{FF2B5EF4-FFF2-40B4-BE49-F238E27FC236}">
                <a16:creationId xmlns:a16="http://schemas.microsoft.com/office/drawing/2014/main" id="{9325F448-8023-4FC9-BD46-686D1D02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42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85">
            <a:extLst xmlns:a="http://schemas.openxmlformats.org/drawingml/2006/main">
              <a:ext uri="{FF2B5EF4-FFF2-40B4-BE49-F238E27FC236}">
                <a16:creationId xmlns:a16="http://schemas.microsoft.com/office/drawing/2014/main" id="{E111DA8D-E0E0-4E8B-A881-39B19A3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 UI</a:t>
            </a:r>
          </a:p>
        </p:txBody>
      </p:sp>
      <p:sp>
        <p:nvSpPr>
          <p:cNvPr id="8" name="shape-286">
            <a:extLst xmlns:a="http://schemas.openxmlformats.org/drawingml/2006/main">
              <a:ext uri="{FF2B5EF4-FFF2-40B4-BE49-F238E27FC236}">
                <a16:creationId xmlns:a16="http://schemas.microsoft.com/office/drawing/2014/main" id="{2B006139-6514-450F-878B-DE0C3BFB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87">
            <a:extLst xmlns:a="http://schemas.openxmlformats.org/drawingml/2006/main">
              <a:ext uri="{FF2B5EF4-FFF2-40B4-BE49-F238E27FC236}">
                <a16:creationId xmlns:a16="http://schemas.microsoft.com/office/drawing/2014/main" id="{6CB78B6A-CE92-47AB-9F18-CD86F63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分类 + 排序 + 分页</a:t>
            </a:r>
          </a:p>
        </p:txBody>
      </p:sp>
      <p:sp>
        <p:nvSpPr>
          <p:cNvPr id="10" name="text-288">
            <a:extLst xmlns:a="http://schemas.openxmlformats.org/drawingml/2006/main">
              <a:ext uri="{FF2B5EF4-FFF2-40B4-BE49-F238E27FC236}">
                <a16:creationId xmlns:a16="http://schemas.microsoft.com/office/drawing/2014/main" id="{0012EF51-164B-4A69-B738-6841ABB3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Pageable 边界校验，超页返回空列表。</a:t>
            </a:r>
          </a:p>
        </p:txBody>
      </p:sp>
      <p:sp>
        <p:nvSpPr>
          <p:cNvPr id="11" name="shape-289">
            <a:extLst xmlns:a="http://schemas.openxmlformats.org/drawingml/2006/main">
              <a:ext uri="{FF2B5EF4-FFF2-40B4-BE49-F238E27FC236}">
                <a16:creationId xmlns:a16="http://schemas.microsoft.com/office/drawing/2014/main" id="{966808E0-8478-46FA-8553-D1D4C47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0">
            <a:extLst xmlns:a="http://schemas.openxmlformats.org/drawingml/2006/main">
              <a:ext uri="{FF2B5EF4-FFF2-40B4-BE49-F238E27FC236}">
                <a16:creationId xmlns:a16="http://schemas.microsoft.com/office/drawing/2014/main" id="{230F1D3D-EE7A-4077-9D23-05402FAE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库存状态</a:t>
            </a:r>
          </a:p>
        </p:txBody>
      </p:sp>
      <p:sp>
        <p:nvSpPr>
          <p:cNvPr id="13" name="text-291">
            <a:extLst xmlns:a="http://schemas.openxmlformats.org/drawingml/2006/main">
              <a:ext uri="{FF2B5EF4-FFF2-40B4-BE49-F238E27FC236}">
                <a16:creationId xmlns:a16="http://schemas.microsoft.com/office/drawing/2014/main" id="{2F604C92-995B-46D3-ADBC-2232726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57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7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stock=0 显示售罄，前端禁用加入购物车。</a:t>
            </a:r>
          </a:p>
        </p:txBody>
      </p:sp>
      <p:sp>
        <p:nvSpPr>
          <p:cNvPr id="14" name="shape-292">
            <a:extLst xmlns:a="http://schemas.openxmlformats.org/drawingml/2006/main">
              <a:ext uri="{FF2B5EF4-FFF2-40B4-BE49-F238E27FC236}">
                <a16:creationId xmlns:a16="http://schemas.microsoft.com/office/drawing/2014/main" id="{57CBF155-118C-49AE-AA58-6E6DF8AE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93">
            <a:extLst xmlns:a="http://schemas.openxmlformats.org/drawingml/2006/main">
              <a:ext uri="{FF2B5EF4-FFF2-40B4-BE49-F238E27FC236}">
                <a16:creationId xmlns:a16="http://schemas.microsoft.com/office/drawing/2014/main" id="{FC25DD8B-518E-429C-8E93-DD6EA37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管理员维护</a:t>
            </a:r>
          </a:p>
        </p:txBody>
      </p:sp>
      <p:sp>
        <p:nvSpPr>
          <p:cNvPr id="16" name="text-294">
            <a:extLst xmlns:a="http://schemas.openxmlformats.org/drawingml/2006/main">
              <a:ext uri="{FF2B5EF4-FFF2-40B4-BE49-F238E27FC236}">
                <a16:creationId xmlns:a16="http://schemas.microsoft.com/office/drawing/2014/main" id="{8AE41452-ED47-4FCE-9FD9-0B0331F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CRUD、软下架、本地图片上传、标签。</a:t>
            </a:r>
          </a:p>
        </p:txBody>
      </p:sp>
      <p:sp>
        <p:nvSpPr>
          <p:cNvPr id="17" name="shape-295">
            <a:extLst xmlns:a="http://schemas.openxmlformats.org/drawingml/2006/main">
              <a:ext uri="{FF2B5EF4-FFF2-40B4-BE49-F238E27FC236}">
                <a16:creationId xmlns:a16="http://schemas.microsoft.com/office/drawing/2014/main" id="{76D850D7-3DE1-4FF2-9B86-033A093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96">
            <a:extLst xmlns:a="http://schemas.openxmlformats.org/drawingml/2006/main">
              <a:ext uri="{FF2B5EF4-FFF2-40B4-BE49-F238E27FC236}">
                <a16:creationId xmlns:a16="http://schemas.microsoft.com/office/drawing/2014/main" id="{F9DDDF0E-2F2F-48B1-BD3A-334F675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搜索入口</a:t>
            </a:r>
          </a:p>
        </p:txBody>
      </p:sp>
      <p:sp>
        <p:nvSpPr>
          <p:cNvPr id="19" name="text-297">
            <a:extLst xmlns:a="http://schemas.openxmlformats.org/drawingml/2006/main">
              <a:ext uri="{FF2B5EF4-FFF2-40B4-BE49-F238E27FC236}">
                <a16:creationId xmlns:a16="http://schemas.microsoft.com/office/drawing/2014/main" id="{C9BBBEE6-B423-40DF-B1B8-9402E0B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名称 / 描述关键词统一进入 Search API。</a:t>
            </a:r>
          </a:p>
        </p:txBody>
      </p:sp>
      <p:sp>
        <p:nvSpPr>
          <p:cNvPr id="20" name="line-298">
            <a:extLst xmlns:a="http://schemas.openxmlformats.org/drawingml/2006/main">
              <a:ext uri="{FF2B5EF4-FFF2-40B4-BE49-F238E27FC236}">
                <a16:creationId xmlns:a16="http://schemas.microsoft.com/office/drawing/2014/main" id="{D9215EC9-3669-46C5-8908-4B6798D9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1" name="text-299">
            <a:extLst xmlns:a="http://schemas.openxmlformats.org/drawingml/2006/main">
              <a:ext uri="{FF2B5EF4-FFF2-40B4-BE49-F238E27FC236}">
                <a16:creationId xmlns:a16="http://schemas.microsoft.com/office/drawing/2014/main" id="{54432F03-18DC-461F-B553-56F7BB12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ProductController · ProductListView.vue · real screenshot</a:t>
            </a:r>
          </a:p>
        </p:txBody>
      </p:sp>
      <p:sp>
        <p:nvSpPr>
          <p:cNvPr id="22" name="text-300">
            <a:extLst xmlns:a="http://schemas.openxmlformats.org/drawingml/2006/main">
              <a:ext uri="{FF2B5EF4-FFF2-40B4-BE49-F238E27FC236}">
                <a16:creationId xmlns:a16="http://schemas.microsoft.com/office/drawing/2014/main" id="{3608DA71-A480-4571-9369-83C21AE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2200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01">
            <a:extLst xmlns:a="http://schemas.openxmlformats.org/drawingml/2006/main">
              <a:ext uri="{FF2B5EF4-FFF2-40B4-BE49-F238E27FC236}">
                <a16:creationId xmlns:a16="http://schemas.microsoft.com/office/drawing/2014/main" id="{DD5BF24A-AFFF-4550-A45A-F994AEA0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MODULE 03 · SEARCH</a:t>
            </a:r>
          </a:p>
        </p:txBody>
      </p:sp>
      <p:sp>
        <p:nvSpPr>
          <p:cNvPr id="2" name="text-302">
            <a:extLst xmlns:a="http://schemas.openxmlformats.org/drawingml/2006/main">
              <a:ext uri="{FF2B5EF4-FFF2-40B4-BE49-F238E27FC236}">
                <a16:creationId xmlns:a16="http://schemas.microsoft.com/office/drawing/2014/main" id="{FA365C66-0D9F-451B-8606-687A8A7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搜索选择可解释的教学简化</a:t>
            </a:r>
          </a:p>
        </p:txBody>
      </p:sp>
      <p:sp>
        <p:nvSpPr>
          <p:cNvPr id="3" name="text-303">
            <a:extLst xmlns:a="http://schemas.openxmlformats.org/drawingml/2006/main">
              <a:ext uri="{FF2B5EF4-FFF2-40B4-BE49-F238E27FC236}">
                <a16:creationId xmlns:a16="http://schemas.microsoft.com/office/drawing/2014/main" id="{072CE7F4-F312-42B7-833E-F0E1E8A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当前运行逻辑是 LIKE + 销量 / ID 排序；DDL 虽保留 ngram 索引，但不把未启用的能力写成已实现。</a:t>
            </a:r>
          </a:p>
        </p:txBody>
      </p:sp>
      <p:sp>
        <p:nvSpPr>
          <p:cNvPr id="4" name="shape-304">
            <a:extLst xmlns:a="http://schemas.openxmlformats.org/drawingml/2006/main">
              <a:ext uri="{FF2B5EF4-FFF2-40B4-BE49-F238E27FC236}">
                <a16:creationId xmlns:a16="http://schemas.microsoft.com/office/drawing/2014/main" id="{9C747F61-922B-4A7A-BD85-F32A64C8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619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text-305">
            <a:extLst xmlns:a="http://schemas.openxmlformats.org/drawingml/2006/main">
              <a:ext uri="{FF2B5EF4-FFF2-40B4-BE49-F238E27FC236}">
                <a16:creationId xmlns:a16="http://schemas.microsoft.com/office/drawing/2014/main" id="{15E775C3-01CC-4C0A-922A-D90AD5F4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keyword</a:t>
            </a:r>
          </a:p>
        </p:txBody>
      </p:sp>
      <p:sp>
        <p:nvSpPr>
          <p:cNvPr id="6" name="text-306">
            <a:extLst xmlns:a="http://schemas.openxmlformats.org/drawingml/2006/main">
              <a:ext uri="{FF2B5EF4-FFF2-40B4-BE49-F238E27FC236}">
                <a16:creationId xmlns:a16="http://schemas.microsoft.com/office/drawing/2014/main" id="{DD731245-C710-4643-8628-6AD91E5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“键盘”</a:t>
            </a:r>
          </a:p>
        </p:txBody>
      </p:sp>
      <p:sp>
        <p:nvSpPr>
          <p:cNvPr id="7" name="shape-307">
            <a:extLst xmlns:a="http://schemas.openxmlformats.org/drawingml/2006/main">
              <a:ext uri="{FF2B5EF4-FFF2-40B4-BE49-F238E27FC236}">
                <a16:creationId xmlns:a16="http://schemas.microsoft.com/office/drawing/2014/main" id="{36FC5464-8636-40E6-A936-C4659C7C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308">
            <a:extLst xmlns:a="http://schemas.openxmlformats.org/drawingml/2006/main">
              <a:ext uri="{FF2B5EF4-FFF2-40B4-BE49-F238E27FC236}">
                <a16:creationId xmlns:a16="http://schemas.microsoft.com/office/drawing/2014/main" id="{5899A935-ECF1-4A31-A558-EC8043D3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2381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9" name="text-309">
            <a:extLst xmlns:a="http://schemas.openxmlformats.org/drawingml/2006/main">
              <a:ext uri="{FF2B5EF4-FFF2-40B4-BE49-F238E27FC236}">
                <a16:creationId xmlns:a16="http://schemas.microsoft.com/office/drawing/2014/main" id="{2CDC50F9-5666-4959-8A71-26F6D24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8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ProductRepository.search</a:t>
            </a:r>
          </a:p>
        </p:txBody>
      </p:sp>
      <p:sp>
        <p:nvSpPr>
          <p:cNvPr id="10" name="text-310">
            <a:extLst xmlns:a="http://schemas.openxmlformats.org/drawingml/2006/main">
              <a:ext uri="{FF2B5EF4-FFF2-40B4-BE49-F238E27FC236}">
                <a16:creationId xmlns:a16="http://schemas.microsoft.com/office/drawing/2014/main" id="{E934DD2F-8956-49C6-8150-2FEB972D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114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name LIKE %q%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description LIKE %q%</a:t>
            </a:r>
          </a:p>
        </p:txBody>
      </p:sp>
      <p:sp>
        <p:nvSpPr>
          <p:cNvPr id="11" name="shape-311">
            <a:extLst xmlns:a="http://schemas.openxmlformats.org/drawingml/2006/main">
              <a:ext uri="{FF2B5EF4-FFF2-40B4-BE49-F238E27FC236}">
                <a16:creationId xmlns:a16="http://schemas.microsoft.com/office/drawing/2014/main" id="{1AC3E220-1A5F-4C96-BF05-DC1A5FF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312">
            <a:extLst xmlns:a="http://schemas.openxmlformats.org/drawingml/2006/main">
              <a:ext uri="{FF2B5EF4-FFF2-40B4-BE49-F238E27FC236}">
                <a16:creationId xmlns:a16="http://schemas.microsoft.com/office/drawing/2014/main" id="{DBB3857A-E8C6-4D53-B2B0-B6DA3479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7145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3" name="text-313">
            <a:extLst xmlns:a="http://schemas.openxmlformats.org/drawingml/2006/main">
              <a:ext uri="{FF2B5EF4-FFF2-40B4-BE49-F238E27FC236}">
                <a16:creationId xmlns:a16="http://schemas.microsoft.com/office/drawing/2014/main" id="{371A8726-0003-4E16-8928-AEB9C177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Sort</a:t>
            </a:r>
          </a:p>
        </p:txBody>
      </p:sp>
      <p:sp>
        <p:nvSpPr>
          <p:cNvPr id="14" name="text-314">
            <a:extLst xmlns:a="http://schemas.openxmlformats.org/drawingml/2006/main">
              <a:ext uri="{FF2B5EF4-FFF2-40B4-BE49-F238E27FC236}">
                <a16:creationId xmlns:a16="http://schemas.microsoft.com/office/drawing/2014/main" id="{E7C9D944-9B51-42E5-B0B3-11EE49F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sales_count DESC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id DESC</a:t>
            </a:r>
          </a:p>
        </p:txBody>
      </p:sp>
      <p:sp>
        <p:nvSpPr>
          <p:cNvPr id="15" name="shape-315">
            <a:extLst xmlns:a="http://schemas.openxmlformats.org/drawingml/2006/main">
              <a:ext uri="{FF2B5EF4-FFF2-40B4-BE49-F238E27FC236}">
                <a16:creationId xmlns:a16="http://schemas.microsoft.com/office/drawing/2014/main" id="{9FC293BC-2F77-4D9F-B5AB-D9C075D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316">
            <a:extLst xmlns:a="http://schemas.openxmlformats.org/drawingml/2006/main">
              <a:ext uri="{FF2B5EF4-FFF2-40B4-BE49-F238E27FC236}">
                <a16:creationId xmlns:a16="http://schemas.microsoft.com/office/drawing/2014/main" id="{1700E360-AA46-40AE-A7CE-D56F9405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1809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text-317">
            <a:extLst xmlns:a="http://schemas.openxmlformats.org/drawingml/2006/main">
              <a:ext uri="{FF2B5EF4-FFF2-40B4-BE49-F238E27FC236}">
                <a16:creationId xmlns:a16="http://schemas.microsoft.com/office/drawing/2014/main" id="{B0D033EB-17FA-4174-AC75-ED6EDEB4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Pageable</a:t>
            </a:r>
          </a:p>
        </p:txBody>
      </p:sp>
      <p:sp>
        <p:nvSpPr>
          <p:cNvPr id="18" name="text-318">
            <a:extLst xmlns:a="http://schemas.openxmlformats.org/drawingml/2006/main">
              <a:ext uri="{FF2B5EF4-FFF2-40B4-BE49-F238E27FC236}">
                <a16:creationId xmlns:a16="http://schemas.microsoft.com/office/drawing/2014/main" id="{0B06AFD2-3230-4970-8291-1F443644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page / size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超页 = 空列表</a:t>
            </a:r>
          </a:p>
        </p:txBody>
      </p:sp>
      <p:sp>
        <p:nvSpPr>
          <p:cNvPr id="19" name="shape-319">
            <a:extLst xmlns:a="http://schemas.openxmlformats.org/drawingml/2006/main">
              <a:ext uri="{FF2B5EF4-FFF2-40B4-BE49-F238E27FC236}">
                <a16:creationId xmlns:a16="http://schemas.microsoft.com/office/drawing/2014/main" id="{1CC11028-5343-46CC-94FD-AA67C1D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320">
            <a:extLst xmlns:a="http://schemas.openxmlformats.org/drawingml/2006/main">
              <a:ext uri="{FF2B5EF4-FFF2-40B4-BE49-F238E27FC236}">
                <a16:creationId xmlns:a16="http://schemas.microsoft.com/office/drawing/2014/main" id="{E09E69B9-B8E5-4363-8FFA-AA10168D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321">
            <a:extLst xmlns:a="http://schemas.openxmlformats.org/drawingml/2006/main">
              <a:ext uri="{FF2B5EF4-FFF2-40B4-BE49-F238E27FC236}">
                <a16:creationId xmlns:a16="http://schemas.microsoft.com/office/drawing/2014/main" id="{9A099FA8-DEC0-44EE-AF38-1459917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322">
            <a:extLst xmlns:a="http://schemas.openxmlformats.org/drawingml/2006/main">
              <a:ext uri="{FF2B5EF4-FFF2-40B4-BE49-F238E27FC236}">
                <a16:creationId xmlns:a16="http://schemas.microsoft.com/office/drawing/2014/main" id="{962AC2FD-87D9-4BAA-9734-AF567839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323">
            <a:extLst xmlns:a="http://schemas.openxmlformats.org/drawingml/2006/main">
              <a:ext uri="{FF2B5EF4-FFF2-40B4-BE49-F238E27FC236}">
                <a16:creationId xmlns:a16="http://schemas.microsoft.com/office/drawing/2014/main" id="{7A97283F-90A2-4F28-8F6F-776C588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6286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324">
            <a:extLst xmlns:a="http://schemas.openxmlformats.org/drawingml/2006/main">
              <a:ext uri="{FF2B5EF4-FFF2-40B4-BE49-F238E27FC236}">
                <a16:creationId xmlns:a16="http://schemas.microsoft.com/office/drawing/2014/main" id="{5DDDC3E4-A67E-40A6-9C8C-98874A9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085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325">
            <a:extLst xmlns:a="http://schemas.openxmlformats.org/drawingml/2006/main">
              <a:ext uri="{FF2B5EF4-FFF2-40B4-BE49-F238E27FC236}">
                <a16:creationId xmlns:a16="http://schemas.microsoft.com/office/drawing/2014/main" id="{7C145EEA-8079-48BA-9441-9FAE480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SOURCE TRACE</a:t>
            </a:r>
          </a:p>
        </p:txBody>
      </p:sp>
      <p:sp>
        <p:nvSpPr>
          <p:cNvPr id="26" name="text-326">
            <a:extLst xmlns:a="http://schemas.openxmlformats.org/drawingml/2006/main">
              <a:ext uri="{FF2B5EF4-FFF2-40B4-BE49-F238E27FC236}">
                <a16:creationId xmlns:a16="http://schemas.microsoft.com/office/drawing/2014/main" id="{D2CC2DBE-74A4-4FBC-8825-43D8ECDF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GET /api/products/search?keyword=键盘&amp;page=1&amp;size=20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FULLTEXT ngram：schema 已有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MATCH AGAINST：runtime 尚未启用</a:t>
            </a:r>
          </a:p>
        </p:txBody>
      </p:sp>
      <p:sp>
        <p:nvSpPr>
          <p:cNvPr id="27" name="shape-327">
            <a:extLst xmlns:a="http://schemas.openxmlformats.org/drawingml/2006/main">
              <a:ext uri="{FF2B5EF4-FFF2-40B4-BE49-F238E27FC236}">
                <a16:creationId xmlns:a16="http://schemas.microsoft.com/office/drawing/2014/main" id="{CFC85F0B-2231-4971-8822-255434C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3048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8" name="shape-328">
            <a:extLst xmlns:a="http://schemas.openxmlformats.org/drawingml/2006/main">
              <a:ext uri="{FF2B5EF4-FFF2-40B4-BE49-F238E27FC236}">
                <a16:creationId xmlns:a16="http://schemas.microsoft.com/office/drawing/2014/main" id="{247DC8E5-704A-4D8E-8DA3-2D44A9C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0100"/>
            <a:ext cx="8763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329">
            <a:extLst xmlns:a="http://schemas.openxmlformats.org/drawingml/2006/main">
              <a:ext uri="{FF2B5EF4-FFF2-40B4-BE49-F238E27FC236}">
                <a16:creationId xmlns:a16="http://schemas.microsoft.com/office/drawing/2014/main" id="{7ECBE165-6D89-4A31-B48F-720AC738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38675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答辩表述</a:t>
            </a:r>
          </a:p>
        </p:txBody>
      </p:sp>
      <p:sp>
        <p:nvSpPr>
          <p:cNvPr id="30" name="text-330">
            <a:extLst xmlns:a="http://schemas.openxmlformats.org/drawingml/2006/main">
              <a:ext uri="{FF2B5EF4-FFF2-40B4-BE49-F238E27FC236}">
                <a16:creationId xmlns:a16="http://schemas.microsoft.com/office/drawing/2014/main" id="{F8346E45-D35E-45E2-BA91-4EA2CE8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815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先用可解释方案打通主链路，后续再切换全文索引。</a:t>
            </a:r>
          </a:p>
        </p:txBody>
      </p:sp>
      <p:sp>
        <p:nvSpPr>
          <p:cNvPr id="31" name="line-331">
            <a:extLst xmlns:a="http://schemas.openxmlformats.org/drawingml/2006/main">
              <a:ext uri="{FF2B5EF4-FFF2-40B4-BE49-F238E27FC236}">
                <a16:creationId xmlns:a16="http://schemas.microsoft.com/office/drawing/2014/main" id="{3B15E14C-0C75-4645-8764-88E32808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2" name="text-332">
            <a:extLst xmlns:a="http://schemas.openxmlformats.org/drawingml/2006/main">
              <a:ext uri="{FF2B5EF4-FFF2-40B4-BE49-F238E27FC236}">
                <a16:creationId xmlns:a16="http://schemas.microsoft.com/office/drawing/2014/main" id="{B25F1441-5F79-4EE9-BDEE-101D849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ProductRepository · ProductController · docs/schema.sql</a:t>
            </a:r>
          </a:p>
        </p:txBody>
      </p:sp>
      <p:sp>
        <p:nvSpPr>
          <p:cNvPr id="33" name="text-333">
            <a:extLst xmlns:a="http://schemas.openxmlformats.org/drawingml/2006/main">
              <a:ext uri="{FF2B5EF4-FFF2-40B4-BE49-F238E27FC236}">
                <a16:creationId xmlns:a16="http://schemas.microsoft.com/office/drawing/2014/main" id="{BA76CB57-5409-435C-83FB-311575C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8778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34">
            <a:extLst xmlns:a="http://schemas.openxmlformats.org/drawingml/2006/main">
              <a:ext uri="{FF2B5EF4-FFF2-40B4-BE49-F238E27FC236}">
                <a16:creationId xmlns:a16="http://schemas.microsoft.com/office/drawing/2014/main" id="{5394E173-336B-4B01-8F94-A6B1731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MODULE 04 · CART</a:t>
            </a:r>
          </a:p>
        </p:txBody>
      </p:sp>
      <p:sp>
        <p:nvSpPr>
          <p:cNvPr id="2" name="text-335">
            <a:extLst xmlns:a="http://schemas.openxmlformats.org/drawingml/2006/main">
              <a:ext uri="{FF2B5EF4-FFF2-40B4-BE49-F238E27FC236}">
                <a16:creationId xmlns:a16="http://schemas.microsoft.com/office/drawing/2014/main" id="{06633057-D46F-4EE6-A400-997DA17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购物车把商品选择变成可结算订单</a:t>
            </a:r>
          </a:p>
        </p:txBody>
      </p:sp>
      <p:sp>
        <p:nvSpPr>
          <p:cNvPr id="3" name="text-336">
            <a:extLst xmlns:a="http://schemas.openxmlformats.org/drawingml/2006/main">
              <a:ext uri="{FF2B5EF4-FFF2-40B4-BE49-F238E27FC236}">
                <a16:creationId xmlns:a16="http://schemas.microsoft.com/office/drawing/2014/main" id="{E96664D1-9009-41FB-B7DF-F1BEB1E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唯一约束、数量调整、勾选结算和地址/优惠计算都在订单前置体验里完成。</a:t>
            </a:r>
          </a:p>
        </p:txBody>
      </p:sp>
      <p:sp>
        <p:nvSpPr>
          <p:cNvPr id="4" name="shape-337">
            <a:extLst xmlns:a="http://schemas.openxmlformats.org/drawingml/2006/main">
              <a:ext uri="{FF2B5EF4-FFF2-40B4-BE49-F238E27FC236}">
                <a16:creationId xmlns:a16="http://schemas.microsoft.com/office/drawing/2014/main" id="{4D0A1428-E133-409B-AD9E-4C572E4B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6781800" cy="3867150"/>
          </a:xfrm>
          <a:prstGeom xmlns:a="http://schemas.openxmlformats.org/drawingml/2006/main" prst="roundRect">
            <a:avLst>
              <a:gd name="adj" fmla="val 3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d5eee837c4962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43100"/>
            <a:ext cx="6667500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6" name="line-338">
            <a:extLst xmlns:a="http://schemas.openxmlformats.org/drawingml/2006/main">
              <a:ext uri="{FF2B5EF4-FFF2-40B4-BE49-F238E27FC236}">
                <a16:creationId xmlns:a16="http://schemas.microsoft.com/office/drawing/2014/main" id="{76282681-FCDF-4168-996E-B2D4A6F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7" name="shape-339">
            <a:extLst xmlns:a="http://schemas.openxmlformats.org/drawingml/2006/main">
              <a:ext uri="{FF2B5EF4-FFF2-40B4-BE49-F238E27FC236}">
                <a16:creationId xmlns:a16="http://schemas.microsoft.com/office/drawing/2014/main" id="{4F1F801A-F861-4B22-80B0-8A7ABA3E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24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40">
            <a:extLst xmlns:a="http://schemas.openxmlformats.org/drawingml/2006/main">
              <a:ext uri="{FF2B5EF4-FFF2-40B4-BE49-F238E27FC236}">
                <a16:creationId xmlns:a16="http://schemas.microsoft.com/office/drawing/2014/main" id="{D1BFDA47-3FE5-49C6-9081-6CFEE90B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74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-341">
            <a:extLst xmlns:a="http://schemas.openxmlformats.org/drawingml/2006/main">
              <a:ext uri="{FF2B5EF4-FFF2-40B4-BE49-F238E27FC236}">
                <a16:creationId xmlns:a16="http://schemas.microsoft.com/office/drawing/2014/main" id="{DF7FEF83-A96B-45BD-B94A-C568BE1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33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加入</a:t>
            </a:r>
          </a:p>
        </p:txBody>
      </p:sp>
      <p:sp>
        <p:nvSpPr>
          <p:cNvPr id="10" name="text-342">
            <a:extLst xmlns:a="http://schemas.openxmlformats.org/drawingml/2006/main">
              <a:ext uri="{FF2B5EF4-FFF2-40B4-BE49-F238E27FC236}">
                <a16:creationId xmlns:a16="http://schemas.microsoft.com/office/drawing/2014/main" id="{7BF81906-7D64-491A-A51A-B20DE0E2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uk_user_product</a:t>
            </a:r>
          </a:p>
        </p:txBody>
      </p:sp>
      <p:sp>
        <p:nvSpPr>
          <p:cNvPr id="11" name="shape-343">
            <a:extLst xmlns:a="http://schemas.openxmlformats.org/drawingml/2006/main">
              <a:ext uri="{FF2B5EF4-FFF2-40B4-BE49-F238E27FC236}">
                <a16:creationId xmlns:a16="http://schemas.microsoft.com/office/drawing/2014/main" id="{7AC7BF30-6CA0-4CF6-865B-E7058EC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44">
            <a:extLst xmlns:a="http://schemas.openxmlformats.org/drawingml/2006/main">
              <a:ext uri="{FF2B5EF4-FFF2-40B4-BE49-F238E27FC236}">
                <a16:creationId xmlns:a16="http://schemas.microsoft.com/office/drawing/2014/main" id="{697B3F9A-028D-4D39-B9A2-EE76116C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74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-345">
            <a:extLst xmlns:a="http://schemas.openxmlformats.org/drawingml/2006/main">
              <a:ext uri="{FF2B5EF4-FFF2-40B4-BE49-F238E27FC236}">
                <a16:creationId xmlns:a16="http://schemas.microsoft.com/office/drawing/2014/main" id="{D57A1DA3-1CF5-412C-9743-F7D16CB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调整</a:t>
            </a:r>
          </a:p>
        </p:txBody>
      </p:sp>
      <p:sp>
        <p:nvSpPr>
          <p:cNvPr id="14" name="text-346">
            <a:extLst xmlns:a="http://schemas.openxmlformats.org/drawingml/2006/main">
              <a:ext uri="{FF2B5EF4-FFF2-40B4-BE49-F238E27FC236}">
                <a16:creationId xmlns:a16="http://schemas.microsoft.com/office/drawing/2014/main" id="{96765EF5-CF67-4672-B3A7-2BF0F3DD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43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stock check</a:t>
            </a:r>
          </a:p>
        </p:txBody>
      </p:sp>
      <p:sp>
        <p:nvSpPr>
          <p:cNvPr id="15" name="shape-347">
            <a:extLst xmlns:a="http://schemas.openxmlformats.org/drawingml/2006/main">
              <a:ext uri="{FF2B5EF4-FFF2-40B4-BE49-F238E27FC236}">
                <a16:creationId xmlns:a16="http://schemas.microsoft.com/office/drawing/2014/main" id="{6C3FAAF6-3BD4-421D-B2B6-FDDAC717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10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48">
            <a:extLst xmlns:a="http://schemas.openxmlformats.org/drawingml/2006/main">
              <a:ext uri="{FF2B5EF4-FFF2-40B4-BE49-F238E27FC236}">
                <a16:creationId xmlns:a16="http://schemas.microsoft.com/office/drawing/2014/main" id="{858F996E-0575-4869-9674-E77D5BE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74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-349">
            <a:extLst xmlns:a="http://schemas.openxmlformats.org/drawingml/2006/main">
              <a:ext uri="{FF2B5EF4-FFF2-40B4-BE49-F238E27FC236}">
                <a16:creationId xmlns:a16="http://schemas.microsoft.com/office/drawing/2014/main" id="{999F5786-754A-4EF1-9AE7-3F4EE601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勾选</a:t>
            </a:r>
          </a:p>
        </p:txBody>
      </p:sp>
      <p:sp>
        <p:nvSpPr>
          <p:cNvPr id="18" name="text-350">
            <a:extLst xmlns:a="http://schemas.openxmlformats.org/drawingml/2006/main">
              <a:ext uri="{FF2B5EF4-FFF2-40B4-BE49-F238E27FC236}">
                <a16:creationId xmlns:a16="http://schemas.microsoft.com/office/drawing/2014/main" id="{026B0F88-A778-4AEE-8B54-59F82768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subtotal</a:t>
            </a:r>
          </a:p>
        </p:txBody>
      </p:sp>
      <p:sp>
        <p:nvSpPr>
          <p:cNvPr id="19" name="shape-351">
            <a:extLst xmlns:a="http://schemas.openxmlformats.org/drawingml/2006/main">
              <a:ext uri="{FF2B5EF4-FFF2-40B4-BE49-F238E27FC236}">
                <a16:creationId xmlns:a16="http://schemas.microsoft.com/office/drawing/2014/main" id="{15D78676-6AA8-45D5-B1CB-CCE3E9E6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52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52">
            <a:extLst xmlns:a="http://schemas.openxmlformats.org/drawingml/2006/main">
              <a:ext uri="{FF2B5EF4-FFF2-40B4-BE49-F238E27FC236}">
                <a16:creationId xmlns:a16="http://schemas.microsoft.com/office/drawing/2014/main" id="{EC921B1D-05E0-43BF-B594-51CD0CB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746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-353">
            <a:extLst xmlns:a="http://schemas.openxmlformats.org/drawingml/2006/main">
              <a:ext uri="{FF2B5EF4-FFF2-40B4-BE49-F238E27FC236}">
                <a16:creationId xmlns:a16="http://schemas.microsoft.com/office/drawing/2014/main" id="{48C36E8E-4592-408B-8630-4113E398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结算</a:t>
            </a:r>
          </a:p>
        </p:txBody>
      </p:sp>
      <p:sp>
        <p:nvSpPr>
          <p:cNvPr id="22" name="text-354">
            <a:extLst xmlns:a="http://schemas.openxmlformats.org/drawingml/2006/main">
              <a:ext uri="{FF2B5EF4-FFF2-40B4-BE49-F238E27FC236}">
                <a16:creationId xmlns:a16="http://schemas.microsoft.com/office/drawing/2014/main" id="{02929DDC-3FC8-41AB-A255-4342C43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291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address / coupon</a:t>
            </a:r>
          </a:p>
        </p:txBody>
      </p:sp>
      <p:sp>
        <p:nvSpPr>
          <p:cNvPr id="23" name="line-355">
            <a:extLst xmlns:a="http://schemas.openxmlformats.org/drawingml/2006/main">
              <a:ext uri="{FF2B5EF4-FFF2-40B4-BE49-F238E27FC236}">
                <a16:creationId xmlns:a16="http://schemas.microsoft.com/office/drawing/2014/main" id="{F0EECAA6-4134-4259-B93A-95599D2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4" name="text-356">
            <a:extLst xmlns:a="http://schemas.openxmlformats.org/drawingml/2006/main">
              <a:ext uri="{FF2B5EF4-FFF2-40B4-BE49-F238E27FC236}">
                <a16:creationId xmlns:a16="http://schemas.microsoft.com/office/drawing/2014/main" id="{487DCE78-B3B5-40A2-B874-F55AF8B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CartView.vue · CheckoutView.vue · CartRepository</a:t>
            </a:r>
          </a:p>
        </p:txBody>
      </p:sp>
      <p:sp>
        <p:nvSpPr>
          <p:cNvPr id="25" name="text-357">
            <a:extLst xmlns:a="http://schemas.openxmlformats.org/drawingml/2006/main">
              <a:ext uri="{FF2B5EF4-FFF2-40B4-BE49-F238E27FC236}">
                <a16:creationId xmlns:a16="http://schemas.microsoft.com/office/drawing/2014/main" id="{69975383-DC44-4026-8F10-B55B5EF7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2219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58">
            <a:extLst xmlns:a="http://schemas.openxmlformats.org/drawingml/2006/main">
              <a:ext uri="{FF2B5EF4-FFF2-40B4-BE49-F238E27FC236}">
                <a16:creationId xmlns:a16="http://schemas.microsoft.com/office/drawing/2014/main" id="{06868F58-E4E5-41DD-87C1-B018E486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MODULE 05 · ORDER STATE</a:t>
            </a:r>
          </a:p>
        </p:txBody>
      </p:sp>
      <p:sp>
        <p:nvSpPr>
          <p:cNvPr id="2" name="text-359">
            <a:extLst xmlns:a="http://schemas.openxmlformats.org/drawingml/2006/main">
              <a:ext uri="{FF2B5EF4-FFF2-40B4-BE49-F238E27FC236}">
                <a16:creationId xmlns:a16="http://schemas.microsoft.com/office/drawing/2014/main" id="{C4BC31B7-C226-4EAB-84F4-D4FEC574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订单状态机拒绝非法跳转</a:t>
            </a:r>
          </a:p>
        </p:txBody>
      </p:sp>
      <p:sp>
        <p:nvSpPr>
          <p:cNvPr id="3" name="text-360">
            <a:extLst xmlns:a="http://schemas.openxmlformats.org/drawingml/2006/main">
              <a:ext uri="{FF2B5EF4-FFF2-40B4-BE49-F238E27FC236}">
                <a16:creationId xmlns:a16="http://schemas.microsoft.com/office/drawing/2014/main" id="{9AEEBE3C-1FFE-4575-8F7B-399C320A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状态变化由条件更新保护，副作用只在合法边上发生。</a:t>
            </a:r>
          </a:p>
        </p:txBody>
      </p:sp>
      <p:sp>
        <p:nvSpPr>
          <p:cNvPr id="4" name="line-361">
            <a:extLst xmlns:a="http://schemas.openxmlformats.org/drawingml/2006/main">
              <a:ext uri="{FF2B5EF4-FFF2-40B4-BE49-F238E27FC236}">
                <a16:creationId xmlns:a16="http://schemas.microsoft.com/office/drawing/2014/main" id="{655B775C-189F-46DD-92BA-1BACF1BD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805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362">
            <a:extLst xmlns:a="http://schemas.openxmlformats.org/drawingml/2006/main">
              <a:ext uri="{FF2B5EF4-FFF2-40B4-BE49-F238E27FC236}">
                <a16:creationId xmlns:a16="http://schemas.microsoft.com/office/drawing/2014/main" id="{D1D36805-FC09-476B-A612-94CAAD7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63">
            <a:extLst xmlns:a="http://schemas.openxmlformats.org/drawingml/2006/main">
              <a:ext uri="{FF2B5EF4-FFF2-40B4-BE49-F238E27FC236}">
                <a16:creationId xmlns:a16="http://schemas.microsoft.com/office/drawing/2014/main" id="{53A221A8-1F87-4C82-AD09-64F8925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-364">
            <a:extLst xmlns:a="http://schemas.openxmlformats.org/drawingml/2006/main">
              <a:ext uri="{FF2B5EF4-FFF2-40B4-BE49-F238E27FC236}">
                <a16:creationId xmlns:a16="http://schemas.microsoft.com/office/drawing/2014/main" id="{71AE957E-8E52-4EB1-BBB1-AD40DC9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76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PENDING_PAYMENT</a:t>
            </a:r>
          </a:p>
        </p:txBody>
      </p:sp>
      <p:sp>
        <p:nvSpPr>
          <p:cNvPr id="8" name="text-365">
            <a:extLst xmlns:a="http://schemas.openxmlformats.org/drawingml/2006/main">
              <a:ext uri="{FF2B5EF4-FFF2-40B4-BE49-F238E27FC236}">
                <a16:creationId xmlns:a16="http://schemas.microsoft.com/office/drawing/2014/main" id="{A0F12829-83C0-42C4-BFDE-9BBD5EC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创建订单</a:t>
            </a:r>
          </a:p>
        </p:txBody>
      </p:sp>
      <p:sp>
        <p:nvSpPr>
          <p:cNvPr id="9" name="shape-366">
            <a:extLst xmlns:a="http://schemas.openxmlformats.org/drawingml/2006/main">
              <a:ext uri="{FF2B5EF4-FFF2-40B4-BE49-F238E27FC236}">
                <a16:creationId xmlns:a16="http://schemas.microsoft.com/office/drawing/2014/main" id="{9C31A7A7-1541-4997-AF41-12F40C91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1200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367">
            <a:extLst xmlns:a="http://schemas.openxmlformats.org/drawingml/2006/main">
              <a:ext uri="{FF2B5EF4-FFF2-40B4-BE49-F238E27FC236}">
                <a16:creationId xmlns:a16="http://schemas.microsoft.com/office/drawing/2014/main" id="{A77CD90A-148C-41C5-A5B9-E6598A56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62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68">
            <a:extLst xmlns:a="http://schemas.openxmlformats.org/drawingml/2006/main">
              <a:ext uri="{FF2B5EF4-FFF2-40B4-BE49-F238E27FC236}">
                <a16:creationId xmlns:a16="http://schemas.microsoft.com/office/drawing/2014/main" id="{1052AE0C-E6F4-4CEA-A4F5-BD1B779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-369">
            <a:extLst xmlns:a="http://schemas.openxmlformats.org/drawingml/2006/main">
              <a:ext uri="{FF2B5EF4-FFF2-40B4-BE49-F238E27FC236}">
                <a16:creationId xmlns:a16="http://schemas.microsoft.com/office/drawing/2014/main" id="{B2B3FAA4-70DC-4D4D-9C19-DA3C287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PAID</a:t>
            </a:r>
          </a:p>
        </p:txBody>
      </p:sp>
      <p:sp>
        <p:nvSpPr>
          <p:cNvPr id="13" name="text-370">
            <a:extLst xmlns:a="http://schemas.openxmlformats.org/drawingml/2006/main">
              <a:ext uri="{FF2B5EF4-FFF2-40B4-BE49-F238E27FC236}">
                <a16:creationId xmlns:a16="http://schemas.microsoft.com/office/drawing/2014/main" id="{0E104CD7-95A9-485B-90DE-C9A2E40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模拟支付</a:t>
            </a:r>
          </a:p>
        </p:txBody>
      </p:sp>
      <p:sp>
        <p:nvSpPr>
          <p:cNvPr id="14" name="shape-371">
            <a:extLst xmlns:a="http://schemas.openxmlformats.org/drawingml/2006/main">
              <a:ext uri="{FF2B5EF4-FFF2-40B4-BE49-F238E27FC236}">
                <a16:creationId xmlns:a16="http://schemas.microsoft.com/office/drawing/2014/main" id="{C36C9C8F-2983-42E0-B412-B8D21BA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1200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372">
            <a:extLst xmlns:a="http://schemas.openxmlformats.org/drawingml/2006/main">
              <a:ext uri="{FF2B5EF4-FFF2-40B4-BE49-F238E27FC236}">
                <a16:creationId xmlns:a16="http://schemas.microsoft.com/office/drawing/2014/main" id="{66E7C456-5E60-40C2-BC05-8119DDF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62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73">
            <a:extLst xmlns:a="http://schemas.openxmlformats.org/drawingml/2006/main">
              <a:ext uri="{FF2B5EF4-FFF2-40B4-BE49-F238E27FC236}">
                <a16:creationId xmlns:a16="http://schemas.microsoft.com/office/drawing/2014/main" id="{FF99803F-0F17-48B9-946B-E9A57EBC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-374">
            <a:extLst xmlns:a="http://schemas.openxmlformats.org/drawingml/2006/main">
              <a:ext uri="{FF2B5EF4-FFF2-40B4-BE49-F238E27FC236}">
                <a16:creationId xmlns:a16="http://schemas.microsoft.com/office/drawing/2014/main" id="{F3DD564D-C930-445B-888F-55AD7DBC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76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SHIPPED</a:t>
            </a:r>
          </a:p>
        </p:txBody>
      </p:sp>
      <p:sp>
        <p:nvSpPr>
          <p:cNvPr id="18" name="text-375">
            <a:extLst xmlns:a="http://schemas.openxmlformats.org/drawingml/2006/main">
              <a:ext uri="{FF2B5EF4-FFF2-40B4-BE49-F238E27FC236}">
                <a16:creationId xmlns:a16="http://schemas.microsoft.com/office/drawing/2014/main" id="{F5B2EE5C-8344-47D4-B450-FAC6B39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管理员发货</a:t>
            </a:r>
          </a:p>
        </p:txBody>
      </p:sp>
      <p:sp>
        <p:nvSpPr>
          <p:cNvPr id="19" name="shape-376">
            <a:extLst xmlns:a="http://schemas.openxmlformats.org/drawingml/2006/main">
              <a:ext uri="{FF2B5EF4-FFF2-40B4-BE49-F238E27FC236}">
                <a16:creationId xmlns:a16="http://schemas.microsoft.com/office/drawing/2014/main" id="{82C297B8-03ED-4604-844E-5FD8CDA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1200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377">
            <a:extLst xmlns:a="http://schemas.openxmlformats.org/drawingml/2006/main">
              <a:ext uri="{FF2B5EF4-FFF2-40B4-BE49-F238E27FC236}">
                <a16:creationId xmlns:a16="http://schemas.microsoft.com/office/drawing/2014/main" id="{9B562530-F339-4F3C-B321-755281E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62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78">
            <a:extLst xmlns:a="http://schemas.openxmlformats.org/drawingml/2006/main">
              <a:ext uri="{FF2B5EF4-FFF2-40B4-BE49-F238E27FC236}">
                <a16:creationId xmlns:a16="http://schemas.microsoft.com/office/drawing/2014/main" id="{53F2899C-5F36-480A-A342-920B8221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-379">
            <a:extLst xmlns:a="http://schemas.openxmlformats.org/drawingml/2006/main">
              <a:ext uri="{FF2B5EF4-FFF2-40B4-BE49-F238E27FC236}">
                <a16:creationId xmlns:a16="http://schemas.microsoft.com/office/drawing/2014/main" id="{37144979-D1E9-4F66-87B2-1B96EC1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COMPLETED</a:t>
            </a:r>
          </a:p>
        </p:txBody>
      </p:sp>
      <p:sp>
        <p:nvSpPr>
          <p:cNvPr id="23" name="text-380">
            <a:extLst xmlns:a="http://schemas.openxmlformats.org/drawingml/2006/main">
              <a:ext uri="{FF2B5EF4-FFF2-40B4-BE49-F238E27FC236}">
                <a16:creationId xmlns:a16="http://schemas.microsoft.com/office/drawing/2014/main" id="{BD5C5B81-6EDB-4D07-954A-A91BCAD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确认收货</a:t>
            </a:r>
          </a:p>
        </p:txBody>
      </p:sp>
      <p:sp>
        <p:nvSpPr>
          <p:cNvPr id="24" name="line-381">
            <a:extLst xmlns:a="http://schemas.openxmlformats.org/drawingml/2006/main">
              <a:ext uri="{FF2B5EF4-FFF2-40B4-BE49-F238E27FC236}">
                <a16:creationId xmlns:a16="http://schemas.microsoft.com/office/drawing/2014/main" id="{B257D034-B9EE-4814-9D66-68E3E170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25" name="line-382">
            <a:extLst xmlns:a="http://schemas.openxmlformats.org/drawingml/2006/main">
              <a:ext uri="{FF2B5EF4-FFF2-40B4-BE49-F238E27FC236}">
                <a16:creationId xmlns:a16="http://schemas.microsoft.com/office/drawing/2014/main" id="{AE1F4C45-4A9F-4953-96BC-1CA6F998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26" name="shape-383">
            <a:extLst xmlns:a="http://schemas.openxmlformats.org/drawingml/2006/main">
              <a:ext uri="{FF2B5EF4-FFF2-40B4-BE49-F238E27FC236}">
                <a16:creationId xmlns:a16="http://schemas.microsoft.com/office/drawing/2014/main" id="{99EF2CDF-62DD-4D25-9393-058A3D39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530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384">
            <a:extLst xmlns:a="http://schemas.openxmlformats.org/drawingml/2006/main">
              <a:ext uri="{FF2B5EF4-FFF2-40B4-BE49-F238E27FC236}">
                <a16:creationId xmlns:a16="http://schemas.microsoft.com/office/drawing/2014/main" id="{82F198A7-7394-40D4-9ED3-AFF3082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385">
            <a:extLst xmlns:a="http://schemas.openxmlformats.org/drawingml/2006/main">
              <a:ext uri="{FF2B5EF4-FFF2-40B4-BE49-F238E27FC236}">
                <a16:creationId xmlns:a16="http://schemas.microsoft.com/office/drawing/2014/main" id="{F8142603-4734-4F6B-992D-16CC4EFD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86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CANCELLED</a:t>
            </a:r>
          </a:p>
        </p:txBody>
      </p:sp>
      <p:sp>
        <p:nvSpPr>
          <p:cNvPr id="29" name="text-386">
            <a:extLst xmlns:a="http://schemas.openxmlformats.org/drawingml/2006/main">
              <a:ext uri="{FF2B5EF4-FFF2-40B4-BE49-F238E27FC236}">
                <a16:creationId xmlns:a16="http://schemas.microsoft.com/office/drawing/2014/main" id="{34D22F79-3548-417E-B7CA-D892AA2A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仅 PENDING_PAYMENT 可取消；取消会原子回补库存和优惠。</a:t>
            </a:r>
          </a:p>
        </p:txBody>
      </p:sp>
      <p:sp>
        <p:nvSpPr>
          <p:cNvPr id="30" name="line-387">
            <a:extLst xmlns:a="http://schemas.openxmlformats.org/drawingml/2006/main">
              <a:ext uri="{FF2B5EF4-FFF2-40B4-BE49-F238E27FC236}">
                <a16:creationId xmlns:a16="http://schemas.microsoft.com/office/drawing/2014/main" id="{1DF4CAFE-E47B-4076-88B0-B2D165AA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1" name="text-388">
            <a:extLst xmlns:a="http://schemas.openxmlformats.org/drawingml/2006/main">
              <a:ext uri="{FF2B5EF4-FFF2-40B4-BE49-F238E27FC236}">
                <a16:creationId xmlns:a16="http://schemas.microsoft.com/office/drawing/2014/main" id="{56F60E18-5A3E-4DA1-89C6-A89A929F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OrderController · OrderService · state transition tests</a:t>
            </a:r>
          </a:p>
        </p:txBody>
      </p:sp>
      <p:sp>
        <p:nvSpPr>
          <p:cNvPr id="32" name="text-389">
            <a:extLst xmlns:a="http://schemas.openxmlformats.org/drawingml/2006/main">
              <a:ext uri="{FF2B5EF4-FFF2-40B4-BE49-F238E27FC236}">
                <a16:creationId xmlns:a16="http://schemas.microsoft.com/office/drawing/2014/main" id="{02E2DCD7-1FE6-4B38-AAE6-C43DB65B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9909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390">
            <a:extLst xmlns:a="http://schemas.openxmlformats.org/drawingml/2006/main">
              <a:ext uri="{FF2B5EF4-FFF2-40B4-BE49-F238E27FC236}">
                <a16:creationId xmlns:a16="http://schemas.microsoft.com/office/drawing/2014/main" id="{8D3CD908-7D95-4C06-8C43-6268FB7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ORDER CONSISTENCY</a:t>
            </a:r>
          </a:p>
        </p:txBody>
      </p:sp>
      <p:sp>
        <p:nvSpPr>
          <p:cNvPr id="2" name="text-391">
            <a:extLst xmlns:a="http://schemas.openxmlformats.org/drawingml/2006/main">
              <a:ext uri="{FF2B5EF4-FFF2-40B4-BE49-F238E27FC236}">
                <a16:creationId xmlns:a16="http://schemas.microsoft.com/office/drawing/2014/main" id="{C99C8AB2-F0A0-4F1F-B297-33057AE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下单把四个副作用放进同一事务尝试</a:t>
            </a:r>
          </a:p>
        </p:txBody>
      </p:sp>
      <p:sp>
        <p:nvSpPr>
          <p:cNvPr id="3" name="text-392">
            <a:extLst xmlns:a="http://schemas.openxmlformats.org/drawingml/2006/main">
              <a:ext uri="{FF2B5EF4-FFF2-40B4-BE49-F238E27FC236}">
                <a16:creationId xmlns:a16="http://schemas.microsoft.com/office/drawing/2014/main" id="{252987DD-F657-4247-994F-041F8BD8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当前实现用编程式 REQUIRES_NEW + CAS 重试；不是简单地在方法名上贴一个 @Transactional。</a:t>
            </a:r>
          </a:p>
        </p:txBody>
      </p:sp>
      <p:sp>
        <p:nvSpPr>
          <p:cNvPr id="4" name="shape-393">
            <a:extLst xmlns:a="http://schemas.openxmlformats.org/drawingml/2006/main">
              <a:ext uri="{FF2B5EF4-FFF2-40B4-BE49-F238E27FC236}">
                <a16:creationId xmlns:a16="http://schemas.microsoft.com/office/drawing/2014/main" id="{EF517C1A-5B60-40F4-9090-F3282DC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241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shape-394">
            <a:extLst xmlns:a="http://schemas.openxmlformats.org/drawingml/2006/main">
              <a:ext uri="{FF2B5EF4-FFF2-40B4-BE49-F238E27FC236}">
                <a16:creationId xmlns:a16="http://schemas.microsoft.com/office/drawing/2014/main" id="{494DACBD-926D-4B8E-A164-A212DAE6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00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95">
            <a:extLst xmlns:a="http://schemas.openxmlformats.org/drawingml/2006/main">
              <a:ext uri="{FF2B5EF4-FFF2-40B4-BE49-F238E27FC236}">
                <a16:creationId xmlns:a16="http://schemas.microsoft.com/office/drawing/2014/main" id="{366BE64C-36EC-4F9B-8D4A-15F35D3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939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396">
            <a:extLst xmlns:a="http://schemas.openxmlformats.org/drawingml/2006/main">
              <a:ext uri="{FF2B5EF4-FFF2-40B4-BE49-F238E27FC236}">
                <a16:creationId xmlns:a16="http://schemas.microsoft.com/office/drawing/2014/main" id="{F92442FB-5573-4F88-A631-0378595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扣库存</a:t>
            </a:r>
          </a:p>
        </p:txBody>
      </p:sp>
      <p:sp>
        <p:nvSpPr>
          <p:cNvPr id="8" name="text-397">
            <a:extLst xmlns:a="http://schemas.openxmlformats.org/drawingml/2006/main">
              <a:ext uri="{FF2B5EF4-FFF2-40B4-BE49-F238E27FC236}">
                <a16:creationId xmlns:a16="http://schemas.microsoft.com/office/drawing/2014/main" id="{DB6DC5AD-48C5-4DFE-884C-F328F25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stock &gt;= qty</a:t>
            </a:r>
          </a:p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version = expected</a:t>
            </a:r>
          </a:p>
        </p:txBody>
      </p:sp>
      <p:sp>
        <p:nvSpPr>
          <p:cNvPr id="9" name="shape-398">
            <a:extLst xmlns:a="http://schemas.openxmlformats.org/drawingml/2006/main">
              <a:ext uri="{FF2B5EF4-FFF2-40B4-BE49-F238E27FC236}">
                <a16:creationId xmlns:a16="http://schemas.microsoft.com/office/drawing/2014/main" id="{3521C9EA-EC79-4D3D-BA8D-9B3EDE3E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399">
            <a:extLst xmlns:a="http://schemas.openxmlformats.org/drawingml/2006/main">
              <a:ext uri="{FF2B5EF4-FFF2-40B4-BE49-F238E27FC236}">
                <a16:creationId xmlns:a16="http://schemas.microsoft.com/office/drawing/2014/main" id="{7721DDBC-D8A5-48B4-BFB6-564A566A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24100"/>
            <a:ext cx="23241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1" name="shape-400">
            <a:extLst xmlns:a="http://schemas.openxmlformats.org/drawingml/2006/main">
              <a:ext uri="{FF2B5EF4-FFF2-40B4-BE49-F238E27FC236}">
                <a16:creationId xmlns:a16="http://schemas.microsoft.com/office/drawing/2014/main" id="{0D091427-51A7-4F51-BB0F-7A72713F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33650"/>
            <a:ext cx="400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01">
            <a:extLst xmlns:a="http://schemas.openxmlformats.org/drawingml/2006/main">
              <a:ext uri="{FF2B5EF4-FFF2-40B4-BE49-F238E27FC236}">
                <a16:creationId xmlns:a16="http://schemas.microsoft.com/office/drawing/2014/main" id="{368DF81D-9FA0-4B03-9C9D-C096AAD7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62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939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402">
            <a:extLst xmlns:a="http://schemas.openxmlformats.org/drawingml/2006/main">
              <a:ext uri="{FF2B5EF4-FFF2-40B4-BE49-F238E27FC236}">
                <a16:creationId xmlns:a16="http://schemas.microsoft.com/office/drawing/2014/main" id="{370FD151-E1A0-4383-9052-6412EE0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71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插 order</a:t>
            </a:r>
          </a:p>
        </p:txBody>
      </p:sp>
      <p:sp>
        <p:nvSpPr>
          <p:cNvPr id="14" name="text-403">
            <a:extLst xmlns:a="http://schemas.openxmlformats.org/drawingml/2006/main">
              <a:ext uri="{FF2B5EF4-FFF2-40B4-BE49-F238E27FC236}">
                <a16:creationId xmlns:a16="http://schemas.microsoft.com/office/drawing/2014/main" id="{FD2445C2-88F3-4732-8FC6-EF55AEFE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528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order_no</a:t>
            </a:r>
          </a:p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总金额 / 地址</a:t>
            </a:r>
          </a:p>
        </p:txBody>
      </p:sp>
      <p:sp>
        <p:nvSpPr>
          <p:cNvPr id="15" name="shape-404">
            <a:extLst xmlns:a="http://schemas.openxmlformats.org/drawingml/2006/main">
              <a:ext uri="{FF2B5EF4-FFF2-40B4-BE49-F238E27FC236}">
                <a16:creationId xmlns:a16="http://schemas.microsoft.com/office/drawing/2014/main" id="{641901F9-64E5-4C3B-A21B-D2228EC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670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405">
            <a:extLst xmlns:a="http://schemas.openxmlformats.org/drawingml/2006/main">
              <a:ext uri="{FF2B5EF4-FFF2-40B4-BE49-F238E27FC236}">
                <a16:creationId xmlns:a16="http://schemas.microsoft.com/office/drawing/2014/main" id="{B024A6DE-2B7E-4924-B210-EE25C7A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3241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shape-406">
            <a:extLst xmlns:a="http://schemas.openxmlformats.org/drawingml/2006/main">
              <a:ext uri="{FF2B5EF4-FFF2-40B4-BE49-F238E27FC236}">
                <a16:creationId xmlns:a16="http://schemas.microsoft.com/office/drawing/2014/main" id="{D94D2E0D-B702-4086-BCA7-79D00F1E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400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07">
            <a:extLst xmlns:a="http://schemas.openxmlformats.org/drawingml/2006/main">
              <a:ext uri="{FF2B5EF4-FFF2-40B4-BE49-F238E27FC236}">
                <a16:creationId xmlns:a16="http://schemas.microsoft.com/office/drawing/2014/main" id="{25EFBCAD-12EC-4856-B951-34280811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939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408">
            <a:extLst xmlns:a="http://schemas.openxmlformats.org/drawingml/2006/main">
              <a:ext uri="{FF2B5EF4-FFF2-40B4-BE49-F238E27FC236}">
                <a16:creationId xmlns:a16="http://schemas.microsoft.com/office/drawing/2014/main" id="{B0CDD3EC-B503-44CF-896A-C6AC60D3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插 item</a:t>
            </a:r>
          </a:p>
        </p:txBody>
      </p:sp>
      <p:sp>
        <p:nvSpPr>
          <p:cNvPr id="20" name="text-409">
            <a:extLst xmlns:a="http://schemas.openxmlformats.org/drawingml/2006/main">
              <a:ext uri="{FF2B5EF4-FFF2-40B4-BE49-F238E27FC236}">
                <a16:creationId xmlns:a16="http://schemas.microsoft.com/office/drawing/2014/main" id="{50DB99D3-E673-46A8-A4B9-8B16290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name / price</a:t>
            </a:r>
          </a:p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历史快照</a:t>
            </a:r>
          </a:p>
        </p:txBody>
      </p:sp>
      <p:sp>
        <p:nvSpPr>
          <p:cNvPr id="21" name="shape-410">
            <a:extLst xmlns:a="http://schemas.openxmlformats.org/drawingml/2006/main">
              <a:ext uri="{FF2B5EF4-FFF2-40B4-BE49-F238E27FC236}">
                <a16:creationId xmlns:a16="http://schemas.microsoft.com/office/drawing/2014/main" id="{FDB46877-4891-4A2E-B1E7-AF0F267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411">
            <a:extLst xmlns:a="http://schemas.openxmlformats.org/drawingml/2006/main">
              <a:ext uri="{FF2B5EF4-FFF2-40B4-BE49-F238E27FC236}">
                <a16:creationId xmlns:a16="http://schemas.microsoft.com/office/drawing/2014/main" id="{9D8FBCB7-1C29-418A-80D3-FC53322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24100"/>
            <a:ext cx="23241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3" name="shape-412">
            <a:extLst xmlns:a="http://schemas.openxmlformats.org/drawingml/2006/main">
              <a:ext uri="{FF2B5EF4-FFF2-40B4-BE49-F238E27FC236}">
                <a16:creationId xmlns:a16="http://schemas.microsoft.com/office/drawing/2014/main" id="{23F988A2-D66F-4D92-A62A-EE3E2358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33650"/>
            <a:ext cx="400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413">
            <a:extLst xmlns:a="http://schemas.openxmlformats.org/drawingml/2006/main">
              <a:ext uri="{FF2B5EF4-FFF2-40B4-BE49-F238E27FC236}">
                <a16:creationId xmlns:a16="http://schemas.microsoft.com/office/drawing/2014/main" id="{FB1EDBED-2976-4051-A690-BBA437E9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622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9394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-414">
            <a:extLst xmlns:a="http://schemas.openxmlformats.org/drawingml/2006/main">
              <a:ext uri="{FF2B5EF4-FFF2-40B4-BE49-F238E27FC236}">
                <a16:creationId xmlns:a16="http://schemas.microsoft.com/office/drawing/2014/main" id="{F5CD1F77-4C3E-448B-B03E-ED55E7E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71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清 cart</a:t>
            </a:r>
          </a:p>
        </p:txBody>
      </p:sp>
      <p:sp>
        <p:nvSpPr>
          <p:cNvPr id="26" name="text-415">
            <a:extLst xmlns:a="http://schemas.openxmlformats.org/drawingml/2006/main">
              <a:ext uri="{FF2B5EF4-FFF2-40B4-BE49-F238E27FC236}">
                <a16:creationId xmlns:a16="http://schemas.microsoft.com/office/drawing/2014/main" id="{117A0349-7C92-42DD-8AB6-4548CD23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528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成功后清理</a:t>
            </a:r>
          </a:p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选择项</a:t>
            </a:r>
          </a:p>
        </p:txBody>
      </p:sp>
      <p:sp>
        <p:nvSpPr>
          <p:cNvPr id="27" name="shape-416">
            <a:extLst xmlns:a="http://schemas.openxmlformats.org/drawingml/2006/main">
              <a:ext uri="{FF2B5EF4-FFF2-40B4-BE49-F238E27FC236}">
                <a16:creationId xmlns:a16="http://schemas.microsoft.com/office/drawing/2014/main" id="{928604FE-8485-4C54-A704-B1F857B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238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-417">
            <a:extLst xmlns:a="http://schemas.openxmlformats.org/drawingml/2006/main">
              <a:ext uri="{FF2B5EF4-FFF2-40B4-BE49-F238E27FC236}">
                <a16:creationId xmlns:a16="http://schemas.microsoft.com/office/drawing/2014/main" id="{59E3ADB4-812E-4576-9AE4-9104A472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85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418">
            <a:extLst xmlns:a="http://schemas.openxmlformats.org/drawingml/2006/main">
              <a:ext uri="{FF2B5EF4-FFF2-40B4-BE49-F238E27FC236}">
                <a16:creationId xmlns:a16="http://schemas.microsoft.com/office/drawing/2014/main" id="{C3638C9A-0644-4A38-8445-5044BD71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529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SOURCE TRACE</a:t>
            </a:r>
          </a:p>
        </p:txBody>
      </p:sp>
      <p:sp>
        <p:nvSpPr>
          <p:cNvPr id="30" name="text-419">
            <a:extLst xmlns:a="http://schemas.openxmlformats.org/drawingml/2006/main">
              <a:ext uri="{FF2B5EF4-FFF2-40B4-BE49-F238E27FC236}">
                <a16:creationId xmlns:a16="http://schemas.microsoft.com/office/drawing/2014/main" id="{5B98AA9C-F14C-45CA-92C9-B29D214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86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UPDATE product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SET stock = stock - :q,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    sales_count = sales_count + :q,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    version = version + 1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WHERE id = :id AND stock &gt;= :q AND version = :v;</a:t>
            </a:r>
          </a:p>
        </p:txBody>
      </p:sp>
      <p:sp>
        <p:nvSpPr>
          <p:cNvPr id="31" name="shape-420">
            <a:extLst xmlns:a="http://schemas.openxmlformats.org/drawingml/2006/main">
              <a:ext uri="{FF2B5EF4-FFF2-40B4-BE49-F238E27FC236}">
                <a16:creationId xmlns:a16="http://schemas.microsoft.com/office/drawing/2014/main" id="{7FB90DF4-2DE0-4E1D-8434-285218A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43434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E8E1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32" name="shape-421">
            <a:extLst xmlns:a="http://schemas.openxmlformats.org/drawingml/2006/main">
              <a:ext uri="{FF2B5EF4-FFF2-40B4-BE49-F238E27FC236}">
                <a16:creationId xmlns:a16="http://schemas.microsoft.com/office/drawing/2014/main" id="{A4FBF6C6-C67A-46BC-BA7A-A0613ED1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22">
            <a:extLst xmlns:a="http://schemas.openxmlformats.org/drawingml/2006/main">
              <a:ext uri="{FF2B5EF4-FFF2-40B4-BE49-F238E27FC236}">
                <a16:creationId xmlns:a16="http://schemas.microsoft.com/office/drawing/2014/main" id="{138F1B60-B489-4A3C-9FBF-F8633765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34" name="text-423">
            <a:extLst xmlns:a="http://schemas.openxmlformats.org/drawingml/2006/main">
              <a:ext uri="{FF2B5EF4-FFF2-40B4-BE49-F238E27FC236}">
                <a16:creationId xmlns:a16="http://schemas.microsoft.com/office/drawing/2014/main" id="{2AC4B1E4-528C-4703-B947-7B461243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3638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任一步失败 → 本次尝试整体回滚</a:t>
            </a:r>
          </a:p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影响行数 0 → 冲突 / 库存不足 → 重试或业务提示</a:t>
            </a:r>
          </a:p>
        </p:txBody>
      </p:sp>
      <p:sp>
        <p:nvSpPr>
          <p:cNvPr id="35" name="line-424">
            <a:extLst xmlns:a="http://schemas.openxmlformats.org/drawingml/2006/main">
              <a:ext uri="{FF2B5EF4-FFF2-40B4-BE49-F238E27FC236}">
                <a16:creationId xmlns:a16="http://schemas.microsoft.com/office/drawing/2014/main" id="{D39EB9E5-DD93-4CC4-8628-0F4B189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6" name="text-425">
            <a:extLst xmlns:a="http://schemas.openxmlformats.org/drawingml/2006/main">
              <a:ext uri="{FF2B5EF4-FFF2-40B4-BE49-F238E27FC236}">
                <a16:creationId xmlns:a16="http://schemas.microsoft.com/office/drawing/2014/main" id="{A0162576-9114-487E-9711-DFED959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OrderService.java · ProductRepository.java · retry tests</a:t>
            </a:r>
          </a:p>
        </p:txBody>
      </p:sp>
      <p:sp>
        <p:nvSpPr>
          <p:cNvPr id="37" name="text-426">
            <a:extLst xmlns:a="http://schemas.openxmlformats.org/drawingml/2006/main">
              <a:ext uri="{FF2B5EF4-FFF2-40B4-BE49-F238E27FC236}">
                <a16:creationId xmlns:a16="http://schemas.microsoft.com/office/drawing/2014/main" id="{7A9FA04A-1AE8-4F74-8228-6966706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6347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7">
            <a:extLst xmlns:a="http://schemas.openxmlformats.org/drawingml/2006/main">
              <a:ext uri="{FF2B5EF4-FFF2-40B4-BE49-F238E27FC236}">
                <a16:creationId xmlns:a16="http://schemas.microsoft.com/office/drawing/2014/main" id="{4A92D622-2C0A-4CA6-AE07-6852F426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CONCURRENCY EVIDENCE</a:t>
            </a:r>
          </a:p>
        </p:txBody>
      </p:sp>
      <p:sp>
        <p:nvSpPr>
          <p:cNvPr id="2" name="text-428">
            <a:extLst xmlns:a="http://schemas.openxmlformats.org/drawingml/2006/main">
              <a:ext uri="{FF2B5EF4-FFF2-40B4-BE49-F238E27FC236}">
                <a16:creationId xmlns:a16="http://schemas.microsoft.com/office/drawing/2014/main" id="{5FFB1622-48D1-4DB8-A3AB-33E0709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100人抢80件，结果恰好80单</a:t>
            </a:r>
          </a:p>
        </p:txBody>
      </p:sp>
      <p:sp>
        <p:nvSpPr>
          <p:cNvPr id="3" name="text-429">
            <a:extLst xmlns:a="http://schemas.openxmlformats.org/drawingml/2006/main">
              <a:ext uri="{FF2B5EF4-FFF2-40B4-BE49-F238E27FC236}">
                <a16:creationId xmlns:a16="http://schemas.microsoft.com/office/drawing/2014/main" id="{BF3C5D56-A0CC-4ED5-82CD-ED06E9A5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连续 3 轮运行态记录：80 成功、20 库存不足、0 异常；最终库存不为负。</a:t>
            </a:r>
          </a:p>
        </p:txBody>
      </p:sp>
      <p:sp>
        <p:nvSpPr>
          <p:cNvPr id="4" name="shape-430">
            <a:extLst xmlns:a="http://schemas.openxmlformats.org/drawingml/2006/main">
              <a:ext uri="{FF2B5EF4-FFF2-40B4-BE49-F238E27FC236}">
                <a16:creationId xmlns:a16="http://schemas.microsoft.com/office/drawing/2014/main" id="{EF0E3AA5-1F40-4764-AA06-6EF7AC2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09600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text-431">
            <a:extLst xmlns:a="http://schemas.openxmlformats.org/drawingml/2006/main">
              <a:ext uri="{FF2B5EF4-FFF2-40B4-BE49-F238E27FC236}">
                <a16:creationId xmlns:a16="http://schemas.microsoft.com/office/drawing/2014/main" id="{F67801B3-F30F-4642-A3C7-C434BFD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ROUND RESULT</a:t>
            </a:r>
          </a:p>
        </p:txBody>
      </p:sp>
      <p:sp>
        <p:nvSpPr>
          <p:cNvPr id="6" name="text-432">
            <a:extLst xmlns:a="http://schemas.openxmlformats.org/drawingml/2006/main">
              <a:ext uri="{FF2B5EF4-FFF2-40B4-BE49-F238E27FC236}">
                <a16:creationId xmlns:a16="http://schemas.microsoft.com/office/drawing/2014/main" id="{EDB6EC39-5E5F-4FA9-8174-04E23DA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7" name="text-433">
            <a:extLst xmlns:a="http://schemas.openxmlformats.org/drawingml/2006/main">
              <a:ext uri="{FF2B5EF4-FFF2-40B4-BE49-F238E27FC236}">
                <a16:creationId xmlns:a16="http://schemas.microsoft.com/office/drawing/2014/main" id="{37B2BFF6-8DBD-4CE1-AF2B-9AD25C6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并发请求</a:t>
            </a:r>
          </a:p>
        </p:txBody>
      </p:sp>
      <p:sp>
        <p:nvSpPr>
          <p:cNvPr id="8" name="text-434">
            <a:extLst xmlns:a="http://schemas.openxmlformats.org/drawingml/2006/main">
              <a:ext uri="{FF2B5EF4-FFF2-40B4-BE49-F238E27FC236}">
                <a16:creationId xmlns:a16="http://schemas.microsoft.com/office/drawing/2014/main" id="{DCAB6C77-B1BB-4F4D-BB92-46AA6C6D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9" name="text-435">
            <a:extLst xmlns:a="http://schemas.openxmlformats.org/drawingml/2006/main">
              <a:ext uri="{FF2B5EF4-FFF2-40B4-BE49-F238E27FC236}">
                <a16:creationId xmlns:a16="http://schemas.microsoft.com/office/drawing/2014/main" id="{79B21C14-58FA-42E9-9701-A9063374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62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成功订单</a:t>
            </a:r>
          </a:p>
        </p:txBody>
      </p:sp>
      <p:sp>
        <p:nvSpPr>
          <p:cNvPr id="10" name="text-436">
            <a:extLst xmlns:a="http://schemas.openxmlformats.org/drawingml/2006/main">
              <a:ext uri="{FF2B5EF4-FFF2-40B4-BE49-F238E27FC236}">
                <a16:creationId xmlns:a16="http://schemas.microsoft.com/office/drawing/2014/main" id="{68349784-DC0A-414B-A2EA-AF828EE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718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r">
              <a:defRPr sz="48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1" name="text-437">
            <a:extLst xmlns:a="http://schemas.openxmlformats.org/drawingml/2006/main">
              <a:ext uri="{FF2B5EF4-FFF2-40B4-BE49-F238E27FC236}">
                <a16:creationId xmlns:a16="http://schemas.microsoft.com/office/drawing/2014/main" id="{04B4F45F-58CA-4BA0-BAD7-668D214E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库存不足</a:t>
            </a:r>
          </a:p>
        </p:txBody>
      </p:sp>
      <p:sp>
        <p:nvSpPr>
          <p:cNvPr id="12" name="shape-438">
            <a:extLst xmlns:a="http://schemas.openxmlformats.org/drawingml/2006/main">
              <a:ext uri="{FF2B5EF4-FFF2-40B4-BE49-F238E27FC236}">
                <a16:creationId xmlns:a16="http://schemas.microsoft.com/office/drawing/2014/main" id="{EBC089BB-585D-4BF5-A8DD-97118ED6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83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439">
            <a:extLst xmlns:a="http://schemas.openxmlformats.org/drawingml/2006/main">
              <a:ext uri="{FF2B5EF4-FFF2-40B4-BE49-F238E27FC236}">
                <a16:creationId xmlns:a16="http://schemas.microsoft.com/office/drawing/2014/main" id="{06BAC23D-7766-42B1-90F7-0C2FFF28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440">
            <a:extLst xmlns:a="http://schemas.openxmlformats.org/drawingml/2006/main">
              <a:ext uri="{FF2B5EF4-FFF2-40B4-BE49-F238E27FC236}">
                <a16:creationId xmlns:a16="http://schemas.microsoft.com/office/drawing/2014/main" id="{E0CA1D2C-495A-44A0-A857-F71D634F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41">
            <a:extLst xmlns:a="http://schemas.openxmlformats.org/drawingml/2006/main">
              <a:ext uri="{FF2B5EF4-FFF2-40B4-BE49-F238E27FC236}">
                <a16:creationId xmlns:a16="http://schemas.microsoft.com/office/drawing/2014/main" id="{96B64717-A339-47EC-82F5-5CA0D18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6" name="text-442">
            <a:extLst xmlns:a="http://schemas.openxmlformats.org/drawingml/2006/main">
              <a:ext uri="{FF2B5EF4-FFF2-40B4-BE49-F238E27FC236}">
                <a16:creationId xmlns:a16="http://schemas.microsoft.com/office/drawing/2014/main" id="{EE9C57ED-0E31-4E3C-8521-6BE8249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7" name="shape-443">
            <a:extLst xmlns:a="http://schemas.openxmlformats.org/drawingml/2006/main">
              <a:ext uri="{FF2B5EF4-FFF2-40B4-BE49-F238E27FC236}">
                <a16:creationId xmlns:a16="http://schemas.microsoft.com/office/drawing/2014/main" id="{65E50C54-BEBA-4108-B439-A50343D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419100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8" name="shape-444">
            <a:extLst xmlns:a="http://schemas.openxmlformats.org/drawingml/2006/main">
              <a:ext uri="{FF2B5EF4-FFF2-40B4-BE49-F238E27FC236}">
                <a16:creationId xmlns:a16="http://schemas.microsoft.com/office/drawing/2014/main" id="{65E02F69-A16D-495F-980A-9B32ED5E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38400"/>
            <a:ext cx="933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445">
            <a:extLst xmlns:a="http://schemas.openxmlformats.org/drawingml/2006/main">
              <a:ext uri="{FF2B5EF4-FFF2-40B4-BE49-F238E27FC236}">
                <a16:creationId xmlns:a16="http://schemas.microsoft.com/office/drawing/2014/main" id="{662329DC-1E5D-497B-B4B6-F2A8915E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POST-CHECK</a:t>
            </a:r>
          </a:p>
        </p:txBody>
      </p:sp>
      <p:sp>
        <p:nvSpPr>
          <p:cNvPr id="20" name="text-446">
            <a:extLst xmlns:a="http://schemas.openxmlformats.org/drawingml/2006/main">
              <a:ext uri="{FF2B5EF4-FFF2-40B4-BE49-F238E27FC236}">
                <a16:creationId xmlns:a16="http://schemas.microsoft.com/office/drawing/2014/main" id="{151A2CC7-B350-4CE6-A4DC-EB0FC99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rPr>
              <a:t>stock = 0</a:t>
            </a:r>
          </a:p>
        </p:txBody>
      </p:sp>
      <p:sp>
        <p:nvSpPr>
          <p:cNvPr id="21" name="text-447">
            <a:extLst xmlns:a="http://schemas.openxmlformats.org/drawingml/2006/main">
              <a:ext uri="{FF2B5EF4-FFF2-40B4-BE49-F238E27FC236}">
                <a16:creationId xmlns:a16="http://schemas.microsoft.com/office/drawing/2014/main" id="{39AD2CAA-0F84-47BD-BAD3-9EB2312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38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rPr>
              <a:t>sales_count = 80</a:t>
            </a:r>
          </a:p>
        </p:txBody>
      </p:sp>
      <p:sp>
        <p:nvSpPr>
          <p:cNvPr id="22" name="text-448">
            <a:extLst xmlns:a="http://schemas.openxmlformats.org/drawingml/2006/main">
              <a:ext uri="{FF2B5EF4-FFF2-40B4-BE49-F238E27FC236}">
                <a16:creationId xmlns:a16="http://schemas.microsoft.com/office/drawing/2014/main" id="{D81B0D3C-5875-4795-BE83-BA0A1F08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version = 80</a:t>
            </a:r>
          </a:p>
        </p:txBody>
      </p:sp>
      <p:sp>
        <p:nvSpPr>
          <p:cNvPr id="23" name="text-449">
            <a:extLst xmlns:a="http://schemas.openxmlformats.org/drawingml/2006/main">
              <a:ext uri="{FF2B5EF4-FFF2-40B4-BE49-F238E27FC236}">
                <a16:creationId xmlns:a16="http://schemas.microsoft.com/office/drawing/2014/main" id="{15694BAE-EDCF-47AA-B248-4A8E17D6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CDD2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C8CDD2"/>
                </a:solidFill>
                <a:latin typeface="Cascadia Mono"/>
                <a:ea typeface="Cascadia Mono"/>
                <a:cs typeface="Cascadia Mono"/>
              </a:rPr>
              <a:t>orders = 80  ·  itemQty = 80</a:t>
            </a:r>
          </a:p>
        </p:txBody>
      </p:sp>
      <p:sp>
        <p:nvSpPr>
          <p:cNvPr id="24" name="line-450">
            <a:extLst xmlns:a="http://schemas.openxmlformats.org/drawingml/2006/main">
              <a:ext uri="{FF2B5EF4-FFF2-40B4-BE49-F238E27FC236}">
                <a16:creationId xmlns:a16="http://schemas.microsoft.com/office/drawing/2014/main" id="{455E759E-4769-4EF4-B2A5-72B0449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5" name="text-451">
            <a:extLst xmlns:a="http://schemas.openxmlformats.org/drawingml/2006/main">
              <a:ext uri="{FF2B5EF4-FFF2-40B4-BE49-F238E27FC236}">
                <a16:creationId xmlns:a16="http://schemas.microsoft.com/office/drawing/2014/main" id="{0441B00F-6655-4C34-A6F7-8BB6BCB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docs/verification/tier1-concurrency-20260712.log</a:t>
            </a:r>
          </a:p>
        </p:txBody>
      </p:sp>
      <p:sp>
        <p:nvSpPr>
          <p:cNvPr id="26" name="text-452">
            <a:extLst xmlns:a="http://schemas.openxmlformats.org/drawingml/2006/main">
              <a:ext uri="{FF2B5EF4-FFF2-40B4-BE49-F238E27FC236}">
                <a16:creationId xmlns:a16="http://schemas.microsoft.com/office/drawing/2014/main" id="{E8C8018C-AD28-4475-AD77-32759D2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7661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53">
            <a:extLst xmlns:a="http://schemas.openxmlformats.org/drawingml/2006/main">
              <a:ext uri="{FF2B5EF4-FFF2-40B4-BE49-F238E27FC236}">
                <a16:creationId xmlns:a16="http://schemas.microsoft.com/office/drawing/2014/main" id="{44900229-E4B3-4DD7-9697-B1786D47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rPr>
              <a:t>SECTION 02</a:t>
            </a:r>
          </a:p>
        </p:txBody>
      </p:sp>
      <p:sp>
        <p:nvSpPr>
          <p:cNvPr id="2" name="text-454">
            <a:extLst xmlns:a="http://schemas.openxmlformats.org/drawingml/2006/main">
              <a:ext uri="{FF2B5EF4-FFF2-40B4-BE49-F238E27FC236}">
                <a16:creationId xmlns:a16="http://schemas.microsoft.com/office/drawing/2014/main" id="{EB0E32B4-9493-4643-9930-EB04647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1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AI不是聊天框，是受约束的代理</a:t>
            </a:r>
          </a:p>
        </p:txBody>
      </p:sp>
      <p:sp>
        <p:nvSpPr>
          <p:cNvPr id="3" name="text-455">
            <a:extLst xmlns:a="http://schemas.openxmlformats.org/drawingml/2006/main">
              <a:ext uri="{FF2B5EF4-FFF2-40B4-BE49-F238E27FC236}">
                <a16:creationId xmlns:a16="http://schemas.microsoft.com/office/drawing/2014/main" id="{0984B733-461E-4176-862B-4A4187D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rPr>
              <a:t>模型只负责理解与规划；工具返回真实事实；记忆负责个性化；主后端守住业务真相。</a:t>
            </a:r>
          </a:p>
        </p:txBody>
      </p:sp>
      <p:sp>
        <p:nvSpPr>
          <p:cNvPr id="4" name="line-456">
            <a:extLst xmlns:a="http://schemas.openxmlformats.org/drawingml/2006/main">
              <a:ext uri="{FF2B5EF4-FFF2-40B4-BE49-F238E27FC236}">
                <a16:creationId xmlns:a16="http://schemas.microsoft.com/office/drawing/2014/main" id="{A7AB0034-75E9-4103-A36B-7F8A27A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43A"/>
            </a:solidFill>
            <a:prstDash val="solid"/>
          </a:ln>
        </p:spPr>
      </p:sp>
      <p:sp>
        <p:nvSpPr>
          <p:cNvPr id="5" name="text-457">
            <a:extLst xmlns:a="http://schemas.openxmlformats.org/drawingml/2006/main">
              <a:ext uri="{FF2B5EF4-FFF2-40B4-BE49-F238E27FC236}">
                <a16:creationId xmlns:a16="http://schemas.microsoft.com/office/drawing/2014/main" id="{67E6220C-14D8-4359-B5F9-856A9222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真实数据 · 可追溯工具 · 受控权限</a:t>
            </a:r>
          </a:p>
        </p:txBody>
      </p:sp>
      <p:sp>
        <p:nvSpPr>
          <p:cNvPr id="6" name="shape-458">
            <a:extLst xmlns:a="http://schemas.openxmlformats.org/drawingml/2006/main">
              <a:ext uri="{FF2B5EF4-FFF2-40B4-BE49-F238E27FC236}">
                <a16:creationId xmlns:a16="http://schemas.microsoft.com/office/drawing/2014/main" id="{070C3AA2-84FD-48B4-B3E8-2EEE1C60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752850" cy="329565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7" name="shape-459">
            <a:extLst xmlns:a="http://schemas.openxmlformats.org/drawingml/2006/main">
              <a:ext uri="{FF2B5EF4-FFF2-40B4-BE49-F238E27FC236}">
                <a16:creationId xmlns:a16="http://schemas.microsoft.com/office/drawing/2014/main" id="{942B3522-D900-4C30-B158-32F7541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60">
            <a:extLst xmlns:a="http://schemas.openxmlformats.org/drawingml/2006/main">
              <a:ext uri="{FF2B5EF4-FFF2-40B4-BE49-F238E27FC236}">
                <a16:creationId xmlns:a16="http://schemas.microsoft.com/office/drawing/2014/main" id="{65BB062E-0AD5-4F8D-A179-09391E90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rPr>
              <a:t>PLAN</a:t>
            </a:r>
          </a:p>
        </p:txBody>
      </p:sp>
      <p:sp>
        <p:nvSpPr>
          <p:cNvPr id="9" name="shape-461">
            <a:extLst xmlns:a="http://schemas.openxmlformats.org/drawingml/2006/main">
              <a:ext uri="{FF2B5EF4-FFF2-40B4-BE49-F238E27FC236}">
                <a16:creationId xmlns:a16="http://schemas.microsoft.com/office/drawing/2014/main" id="{64FE6644-FA77-4F6C-9D33-0AF721D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71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62">
            <a:extLst xmlns:a="http://schemas.openxmlformats.org/drawingml/2006/main">
              <a:ext uri="{FF2B5EF4-FFF2-40B4-BE49-F238E27FC236}">
                <a16:creationId xmlns:a16="http://schemas.microsoft.com/office/drawing/2014/main" id="{974A93BB-155F-4DAD-A0F9-23370C4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TOOLS</a:t>
            </a:r>
          </a:p>
        </p:txBody>
      </p:sp>
      <p:sp>
        <p:nvSpPr>
          <p:cNvPr id="11" name="shape-463">
            <a:extLst xmlns:a="http://schemas.openxmlformats.org/drawingml/2006/main">
              <a:ext uri="{FF2B5EF4-FFF2-40B4-BE49-F238E27FC236}">
                <a16:creationId xmlns:a16="http://schemas.microsoft.com/office/drawing/2014/main" id="{164F4C1C-388D-481E-A6CE-4B45CA4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71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64">
            <a:extLst xmlns:a="http://schemas.openxmlformats.org/drawingml/2006/main">
              <a:ext uri="{FF2B5EF4-FFF2-40B4-BE49-F238E27FC236}">
                <a16:creationId xmlns:a16="http://schemas.microsoft.com/office/drawing/2014/main" id="{14BAB3DA-A0EB-4DC6-977A-ACFB4BF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rPr>
              <a:t>MEMORY</a:t>
            </a:r>
          </a:p>
        </p:txBody>
      </p:sp>
      <p:sp>
        <p:nvSpPr>
          <p:cNvPr id="13" name="line-465">
            <a:extLst xmlns:a="http://schemas.openxmlformats.org/drawingml/2006/main">
              <a:ext uri="{FF2B5EF4-FFF2-40B4-BE49-F238E27FC236}">
                <a16:creationId xmlns:a16="http://schemas.microsoft.com/office/drawing/2014/main" id="{77A77D4E-89BA-4A06-8027-71AC7D4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-6286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B8A6"/>
            </a:solidFill>
            <a:prstDash val="solid"/>
          </a:ln>
        </p:spPr>
      </p:sp>
      <p:sp>
        <p:nvSpPr>
          <p:cNvPr id="14" name="line-466">
            <a:extLst xmlns:a="http://schemas.openxmlformats.org/drawingml/2006/main">
              <a:ext uri="{FF2B5EF4-FFF2-40B4-BE49-F238E27FC236}">
                <a16:creationId xmlns:a16="http://schemas.microsoft.com/office/drawing/2014/main" id="{F6493B19-47AD-4108-A2A1-734CEBA1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6477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B8A6"/>
            </a:solidFill>
            <a:prstDash val="solid"/>
          </a:ln>
        </p:spPr>
      </p:sp>
      <p:sp>
        <p:nvSpPr>
          <p:cNvPr id="15" name="line-467">
            <a:extLst xmlns:a="http://schemas.openxmlformats.org/drawingml/2006/main">
              <a:ext uri="{FF2B5EF4-FFF2-40B4-BE49-F238E27FC236}">
                <a16:creationId xmlns:a16="http://schemas.microsoft.com/office/drawing/2014/main" id="{C9ED3CF9-8D96-40B7-9046-CD380392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515A"/>
            </a:solidFill>
            <a:prstDash val="solid"/>
          </a:ln>
        </p:spPr>
      </p:sp>
      <p:sp>
        <p:nvSpPr>
          <p:cNvPr id="16" name="line-468">
            <a:extLst xmlns:a="http://schemas.openxmlformats.org/drawingml/2006/main">
              <a:ext uri="{FF2B5EF4-FFF2-40B4-BE49-F238E27FC236}">
                <a16:creationId xmlns:a16="http://schemas.microsoft.com/office/drawing/2014/main" id="{020C34C9-1FD3-40A3-B10D-F751FED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7" name="text-469">
            <a:extLst xmlns:a="http://schemas.openxmlformats.org/drawingml/2006/main">
              <a:ext uri="{FF2B5EF4-FFF2-40B4-BE49-F238E27FC236}">
                <a16:creationId xmlns:a16="http://schemas.microsoft.com/office/drawing/2014/main" id="{51D5A5C4-D76B-4DB4-92A1-BDC6AD7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AI chapter · tools + memory + service boundary</a:t>
            </a:r>
          </a:p>
        </p:txBody>
      </p:sp>
      <p:sp>
        <p:nvSpPr>
          <p:cNvPr id="18" name="text-470">
            <a:extLst xmlns:a="http://schemas.openxmlformats.org/drawingml/2006/main">
              <a:ext uri="{FF2B5EF4-FFF2-40B4-BE49-F238E27FC236}">
                <a16:creationId xmlns:a16="http://schemas.microsoft.com/office/drawing/2014/main" id="{BBAED1AC-91B3-454B-BB89-46E8B79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88985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71">
            <a:extLst xmlns:a="http://schemas.openxmlformats.org/drawingml/2006/main">
              <a:ext uri="{FF2B5EF4-FFF2-40B4-BE49-F238E27FC236}">
                <a16:creationId xmlns:a16="http://schemas.microsoft.com/office/drawing/2014/main" id="{C3AA5C5B-B060-462C-8BA4-BFCD6B3B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01 · LIFECYCLE</a:t>
            </a:r>
          </a:p>
        </p:txBody>
      </p:sp>
      <p:sp>
        <p:nvSpPr>
          <p:cNvPr id="2" name="text-472">
            <a:extLst xmlns:a="http://schemas.openxmlformats.org/drawingml/2006/main">
              <a:ext uri="{FF2B5EF4-FFF2-40B4-BE49-F238E27FC236}">
                <a16:creationId xmlns:a16="http://schemas.microsoft.com/office/drawing/2014/main" id="{B29252AF-30E9-4C34-B96F-C893BF3E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一次对话经过身份、记忆、工具与落库</a:t>
            </a:r>
          </a:p>
        </p:txBody>
      </p:sp>
      <p:sp>
        <p:nvSpPr>
          <p:cNvPr id="3" name="text-473">
            <a:extLst xmlns:a="http://schemas.openxmlformats.org/drawingml/2006/main">
              <a:ext uri="{FF2B5EF4-FFF2-40B4-BE49-F238E27FC236}">
                <a16:creationId xmlns:a16="http://schemas.microsoft.com/office/drawing/2014/main" id="{56728358-294C-4615-A45A-096123D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Agent 的价值不在于“会说话”，而在于每个步骤都能被定位、复核和回放。</a:t>
            </a:r>
          </a:p>
        </p:txBody>
      </p:sp>
      <p:sp>
        <p:nvSpPr>
          <p:cNvPr id="4" name="line-474">
            <a:extLst xmlns:a="http://schemas.openxmlformats.org/drawingml/2006/main">
              <a:ext uri="{FF2B5EF4-FFF2-40B4-BE49-F238E27FC236}">
                <a16:creationId xmlns:a16="http://schemas.microsoft.com/office/drawing/2014/main" id="{B83776ED-E818-4501-B150-0C325C8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475">
            <a:extLst xmlns:a="http://schemas.openxmlformats.org/drawingml/2006/main">
              <a:ext uri="{FF2B5EF4-FFF2-40B4-BE49-F238E27FC236}">
                <a16:creationId xmlns:a16="http://schemas.microsoft.com/office/drawing/2014/main" id="{56A720C0-58D7-4C6E-AC96-5CF95CF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6" name="shape-476">
            <a:extLst xmlns:a="http://schemas.openxmlformats.org/drawingml/2006/main">
              <a:ext uri="{FF2B5EF4-FFF2-40B4-BE49-F238E27FC236}">
                <a16:creationId xmlns:a16="http://schemas.microsoft.com/office/drawing/2014/main" id="{CADEEF94-3210-4F0B-83DC-E31BEFC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77">
            <a:extLst xmlns:a="http://schemas.openxmlformats.org/drawingml/2006/main">
              <a:ext uri="{FF2B5EF4-FFF2-40B4-BE49-F238E27FC236}">
                <a16:creationId xmlns:a16="http://schemas.microsoft.com/office/drawing/2014/main" id="{88C0D1DD-B7C6-4AE7-8085-5297B088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text-478">
            <a:extLst xmlns:a="http://schemas.openxmlformats.org/drawingml/2006/main">
              <a:ext uri="{FF2B5EF4-FFF2-40B4-BE49-F238E27FC236}">
                <a16:creationId xmlns:a16="http://schemas.microsoft.com/office/drawing/2014/main" id="{32AB90AD-3DFA-4AEF-946C-088AD705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Authenticate</a:t>
            </a:r>
          </a:p>
        </p:txBody>
      </p:sp>
      <p:sp>
        <p:nvSpPr>
          <p:cNvPr id="9" name="text-479">
            <a:extLst xmlns:a="http://schemas.openxmlformats.org/drawingml/2006/main">
              <a:ext uri="{FF2B5EF4-FFF2-40B4-BE49-F238E27FC236}">
                <a16:creationId xmlns:a16="http://schemas.microsoft.com/office/drawing/2014/main" id="{B1DF1520-55F1-4F86-92C5-37C10A8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JWT → profile</a:t>
            </a:r>
          </a:p>
        </p:txBody>
      </p:sp>
      <p:sp>
        <p:nvSpPr>
          <p:cNvPr id="10" name="shape-480">
            <a:extLst xmlns:a="http://schemas.openxmlformats.org/drawingml/2006/main">
              <a:ext uri="{FF2B5EF4-FFF2-40B4-BE49-F238E27FC236}">
                <a16:creationId xmlns:a16="http://schemas.microsoft.com/office/drawing/2014/main" id="{3D3DC719-437C-4619-A69C-CE138C9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1" name="shape-481">
            <a:extLst xmlns:a="http://schemas.openxmlformats.org/drawingml/2006/main">
              <a:ext uri="{FF2B5EF4-FFF2-40B4-BE49-F238E27FC236}">
                <a16:creationId xmlns:a16="http://schemas.microsoft.com/office/drawing/2014/main" id="{CAF9DF5A-425C-4AA9-89A6-63F3FF4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82">
            <a:extLst xmlns:a="http://schemas.openxmlformats.org/drawingml/2006/main">
              <a:ext uri="{FF2B5EF4-FFF2-40B4-BE49-F238E27FC236}">
                <a16:creationId xmlns:a16="http://schemas.microsoft.com/office/drawing/2014/main" id="{0FFC4DF7-795A-4EA4-BE4A-1149665B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3" name="text-483">
            <a:extLst xmlns:a="http://schemas.openxmlformats.org/drawingml/2006/main">
              <a:ext uri="{FF2B5EF4-FFF2-40B4-BE49-F238E27FC236}">
                <a16:creationId xmlns:a16="http://schemas.microsoft.com/office/drawing/2014/main" id="{2EDA8E9F-C857-4134-AF5C-131512C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Load</a:t>
            </a:r>
          </a:p>
        </p:txBody>
      </p:sp>
      <p:sp>
        <p:nvSpPr>
          <p:cNvPr id="14" name="text-484">
            <a:extLst xmlns:a="http://schemas.openxmlformats.org/drawingml/2006/main">
              <a:ext uri="{FF2B5EF4-FFF2-40B4-BE49-F238E27FC236}">
                <a16:creationId xmlns:a16="http://schemas.microsoft.com/office/drawing/2014/main" id="{F4D0DBFB-D0AC-4052-B2C0-F59A661A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session + prefs</a:t>
            </a:r>
          </a:p>
        </p:txBody>
      </p:sp>
      <p:sp>
        <p:nvSpPr>
          <p:cNvPr id="15" name="shape-485">
            <a:extLst xmlns:a="http://schemas.openxmlformats.org/drawingml/2006/main">
              <a:ext uri="{FF2B5EF4-FFF2-40B4-BE49-F238E27FC236}">
                <a16:creationId xmlns:a16="http://schemas.microsoft.com/office/drawing/2014/main" id="{F4532605-1426-4756-91CF-7095D81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6" name="shape-486">
            <a:extLst xmlns:a="http://schemas.openxmlformats.org/drawingml/2006/main">
              <a:ext uri="{FF2B5EF4-FFF2-40B4-BE49-F238E27FC236}">
                <a16:creationId xmlns:a16="http://schemas.microsoft.com/office/drawing/2014/main" id="{D53A7228-E423-4A83-A950-11F31BD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487">
            <a:extLst xmlns:a="http://schemas.openxmlformats.org/drawingml/2006/main">
              <a:ext uri="{FF2B5EF4-FFF2-40B4-BE49-F238E27FC236}">
                <a16:creationId xmlns:a16="http://schemas.microsoft.com/office/drawing/2014/main" id="{DAB0C093-75D4-46AB-9CDE-7F4705C1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8" name="text-488">
            <a:extLst xmlns:a="http://schemas.openxmlformats.org/drawingml/2006/main">
              <a:ext uri="{FF2B5EF4-FFF2-40B4-BE49-F238E27FC236}">
                <a16:creationId xmlns:a16="http://schemas.microsoft.com/office/drawing/2014/main" id="{87B1B534-0AB0-4BA5-B3CE-B00081F6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text-489">
            <a:extLst xmlns:a="http://schemas.openxmlformats.org/drawingml/2006/main">
              <a:ext uri="{FF2B5EF4-FFF2-40B4-BE49-F238E27FC236}">
                <a16:creationId xmlns:a16="http://schemas.microsoft.com/office/drawing/2014/main" id="{F3BDE003-9F50-40FD-BBEC-6F175C89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intent → tool</a:t>
            </a:r>
          </a:p>
        </p:txBody>
      </p:sp>
      <p:sp>
        <p:nvSpPr>
          <p:cNvPr id="20" name="shape-490">
            <a:extLst xmlns:a="http://schemas.openxmlformats.org/drawingml/2006/main">
              <a:ext uri="{FF2B5EF4-FFF2-40B4-BE49-F238E27FC236}">
                <a16:creationId xmlns:a16="http://schemas.microsoft.com/office/drawing/2014/main" id="{2C40D46F-1462-4010-8824-201D1DD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1" name="shape-491">
            <a:extLst xmlns:a="http://schemas.openxmlformats.org/drawingml/2006/main">
              <a:ext uri="{FF2B5EF4-FFF2-40B4-BE49-F238E27FC236}">
                <a16:creationId xmlns:a16="http://schemas.microsoft.com/office/drawing/2014/main" id="{C7F800AF-D2D7-48F5-B7F4-D09D822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492">
            <a:extLst xmlns:a="http://schemas.openxmlformats.org/drawingml/2006/main">
              <a:ext uri="{FF2B5EF4-FFF2-40B4-BE49-F238E27FC236}">
                <a16:creationId xmlns:a16="http://schemas.microsoft.com/office/drawing/2014/main" id="{5A6003A9-4741-4918-B434-8880C3B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3" name="text-493">
            <a:extLst xmlns:a="http://schemas.openxmlformats.org/drawingml/2006/main">
              <a:ext uri="{FF2B5EF4-FFF2-40B4-BE49-F238E27FC236}">
                <a16:creationId xmlns:a16="http://schemas.microsoft.com/office/drawing/2014/main" id="{B8AD5302-6664-403B-801C-A6C8386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24" name="text-494">
            <a:extLst xmlns:a="http://schemas.openxmlformats.org/drawingml/2006/main">
              <a:ext uri="{FF2B5EF4-FFF2-40B4-BE49-F238E27FC236}">
                <a16:creationId xmlns:a16="http://schemas.microsoft.com/office/drawing/2014/main" id="{335DBB70-568A-41D7-86F7-32D24E4C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real REST</a:t>
            </a:r>
          </a:p>
        </p:txBody>
      </p:sp>
      <p:sp>
        <p:nvSpPr>
          <p:cNvPr id="25" name="shape-495">
            <a:extLst xmlns:a="http://schemas.openxmlformats.org/drawingml/2006/main">
              <a:ext uri="{FF2B5EF4-FFF2-40B4-BE49-F238E27FC236}">
                <a16:creationId xmlns:a16="http://schemas.microsoft.com/office/drawing/2014/main" id="{4AB7488F-8057-4076-9C98-A3FD38B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6" name="shape-496">
            <a:extLst xmlns:a="http://schemas.openxmlformats.org/drawingml/2006/main">
              <a:ext uri="{FF2B5EF4-FFF2-40B4-BE49-F238E27FC236}">
                <a16:creationId xmlns:a16="http://schemas.microsoft.com/office/drawing/2014/main" id="{C35877E9-C67E-49BD-9D32-6C1692C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497">
            <a:extLst xmlns:a="http://schemas.openxmlformats.org/drawingml/2006/main">
              <a:ext uri="{FF2B5EF4-FFF2-40B4-BE49-F238E27FC236}">
                <a16:creationId xmlns:a16="http://schemas.microsoft.com/office/drawing/2014/main" id="{357F2DEA-1CB2-4292-9596-C9746D97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8" name="text-498">
            <a:extLst xmlns:a="http://schemas.openxmlformats.org/drawingml/2006/main">
              <a:ext uri="{FF2B5EF4-FFF2-40B4-BE49-F238E27FC236}">
                <a16:creationId xmlns:a16="http://schemas.microsoft.com/office/drawing/2014/main" id="{8413A15E-1981-4647-AFC9-C4CAE26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Compose</a:t>
            </a:r>
          </a:p>
        </p:txBody>
      </p:sp>
      <p:sp>
        <p:nvSpPr>
          <p:cNvPr id="29" name="text-499">
            <a:extLst xmlns:a="http://schemas.openxmlformats.org/drawingml/2006/main">
              <a:ext uri="{FF2B5EF4-FFF2-40B4-BE49-F238E27FC236}">
                <a16:creationId xmlns:a16="http://schemas.microsoft.com/office/drawing/2014/main" id="{4D6540F3-EDF0-4475-9687-D09C91D0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grounded reply</a:t>
            </a:r>
          </a:p>
        </p:txBody>
      </p:sp>
      <p:sp>
        <p:nvSpPr>
          <p:cNvPr id="30" name="shape-500">
            <a:extLst xmlns:a="http://schemas.openxmlformats.org/drawingml/2006/main">
              <a:ext uri="{FF2B5EF4-FFF2-40B4-BE49-F238E27FC236}">
                <a16:creationId xmlns:a16="http://schemas.microsoft.com/office/drawing/2014/main" id="{CE8459EB-858F-49C2-A308-B1B9D952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1" name="shape-501">
            <a:extLst xmlns:a="http://schemas.openxmlformats.org/drawingml/2006/main">
              <a:ext uri="{FF2B5EF4-FFF2-40B4-BE49-F238E27FC236}">
                <a16:creationId xmlns:a16="http://schemas.microsoft.com/office/drawing/2014/main" id="{D706CEB5-E2FF-4F27-96CD-CD2CC26B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502">
            <a:extLst xmlns:a="http://schemas.openxmlformats.org/drawingml/2006/main">
              <a:ext uri="{FF2B5EF4-FFF2-40B4-BE49-F238E27FC236}">
                <a16:creationId xmlns:a16="http://schemas.microsoft.com/office/drawing/2014/main" id="{1FBA92BF-1ACA-4975-A1EA-BCBEDD3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14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33" name="text-503">
            <a:extLst xmlns:a="http://schemas.openxmlformats.org/drawingml/2006/main">
              <a:ext uri="{FF2B5EF4-FFF2-40B4-BE49-F238E27FC236}">
                <a16:creationId xmlns:a16="http://schemas.microsoft.com/office/drawing/2014/main" id="{6E774A4B-0F7C-4F09-ACDC-8332DAA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004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Persist</a:t>
            </a:r>
          </a:p>
        </p:txBody>
      </p:sp>
      <p:sp>
        <p:nvSpPr>
          <p:cNvPr id="34" name="text-504">
            <a:extLst xmlns:a="http://schemas.openxmlformats.org/drawingml/2006/main">
              <a:ext uri="{FF2B5EF4-FFF2-40B4-BE49-F238E27FC236}">
                <a16:creationId xmlns:a16="http://schemas.microsoft.com/office/drawing/2014/main" id="{2181F63C-64F1-4308-A2CB-F7C24FE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conversation + tags</a:t>
            </a:r>
          </a:p>
        </p:txBody>
      </p:sp>
      <p:sp>
        <p:nvSpPr>
          <p:cNvPr id="35" name="shape-505">
            <a:extLst xmlns:a="http://schemas.openxmlformats.org/drawingml/2006/main">
              <a:ext uri="{FF2B5EF4-FFF2-40B4-BE49-F238E27FC236}">
                <a16:creationId xmlns:a16="http://schemas.microsoft.com/office/drawing/2014/main" id="{7576D7A3-095F-406B-8B7C-37A6DAA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9829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6" name="shape-506">
            <a:extLst xmlns:a="http://schemas.openxmlformats.org/drawingml/2006/main">
              <a:ext uri="{FF2B5EF4-FFF2-40B4-BE49-F238E27FC236}">
                <a16:creationId xmlns:a16="http://schemas.microsoft.com/office/drawing/2014/main" id="{C2059D22-F748-49B0-85AE-3E93B616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507">
            <a:extLst xmlns:a="http://schemas.openxmlformats.org/drawingml/2006/main">
              <a:ext uri="{FF2B5EF4-FFF2-40B4-BE49-F238E27FC236}">
                <a16:creationId xmlns:a16="http://schemas.microsoft.com/office/drawing/2014/main" id="{DB9AD044-3129-4179-80E6-7557A867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43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38" name="text-508">
            <a:extLst xmlns:a="http://schemas.openxmlformats.org/drawingml/2006/main">
              <a:ext uri="{FF2B5EF4-FFF2-40B4-BE49-F238E27FC236}">
                <a16:creationId xmlns:a16="http://schemas.microsoft.com/office/drawing/2014/main" id="{9CCFCB75-8353-4B2A-9CC5-60AB313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tool_start → tool_end → reply · 每轮消息同时写入 agent_conversation</a:t>
            </a:r>
          </a:p>
        </p:txBody>
      </p:sp>
      <p:sp>
        <p:nvSpPr>
          <p:cNvPr id="39" name="line-509">
            <a:extLst xmlns:a="http://schemas.openxmlformats.org/drawingml/2006/main">
              <a:ext uri="{FF2B5EF4-FFF2-40B4-BE49-F238E27FC236}">
                <a16:creationId xmlns:a16="http://schemas.microsoft.com/office/drawing/2014/main" id="{B1DF13BD-CBF4-447F-AB01-875937DD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40" name="text-510">
            <a:extLst xmlns:a="http://schemas.openxmlformats.org/drawingml/2006/main">
              <a:ext uri="{FF2B5EF4-FFF2-40B4-BE49-F238E27FC236}">
                <a16:creationId xmlns:a16="http://schemas.microsoft.com/office/drawing/2014/main" id="{D0D44CF8-2019-40EF-B500-74A003A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agent-service/app/main.py · agent_conversation</a:t>
            </a:r>
          </a:p>
        </p:txBody>
      </p:sp>
      <p:sp>
        <p:nvSpPr>
          <p:cNvPr id="41" name="text-511">
            <a:extLst xmlns:a="http://schemas.openxmlformats.org/drawingml/2006/main">
              <a:ext uri="{FF2B5EF4-FFF2-40B4-BE49-F238E27FC236}">
                <a16:creationId xmlns:a16="http://schemas.microsoft.com/office/drawing/2014/main" id="{A23A3CA7-882C-4F2E-879E-1B694B2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38246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512">
            <a:extLst xmlns:a="http://schemas.openxmlformats.org/drawingml/2006/main">
              <a:ext uri="{FF2B5EF4-FFF2-40B4-BE49-F238E27FC236}">
                <a16:creationId xmlns:a16="http://schemas.microsoft.com/office/drawing/2014/main" id="{258BDEEB-A67F-486E-8D4E-0003DD6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02 · TOOLS</a:t>
            </a:r>
          </a:p>
        </p:txBody>
      </p:sp>
      <p:sp>
        <p:nvSpPr>
          <p:cNvPr id="2" name="text-513">
            <a:extLst xmlns:a="http://schemas.openxmlformats.org/drawingml/2006/main">
              <a:ext uri="{FF2B5EF4-FFF2-40B4-BE49-F238E27FC236}">
                <a16:creationId xmlns:a16="http://schemas.microsoft.com/office/drawing/2014/main" id="{86CF6627-A628-4B78-A7F8-1124DF5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8个工具把自然语言连接到真实业务</a:t>
            </a:r>
          </a:p>
        </p:txBody>
      </p:sp>
      <p:sp>
        <p:nvSpPr>
          <p:cNvPr id="3" name="text-514">
            <a:extLst xmlns:a="http://schemas.openxmlformats.org/drawingml/2006/main">
              <a:ext uri="{FF2B5EF4-FFF2-40B4-BE49-F238E27FC236}">
                <a16:creationId xmlns:a16="http://schemas.microsoft.com/office/drawing/2014/main" id="{02EF2FBB-8499-4D08-8FD5-E0B581C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模型选择工具，工具返回事实；价格、库存、订单状态不由模型凭空生成。</a:t>
            </a:r>
          </a:p>
        </p:txBody>
      </p:sp>
      <p:sp>
        <p:nvSpPr>
          <p:cNvPr id="4" name="line-515">
            <a:extLst xmlns:a="http://schemas.openxmlformats.org/drawingml/2006/main">
              <a:ext uri="{FF2B5EF4-FFF2-40B4-BE49-F238E27FC236}">
                <a16:creationId xmlns:a16="http://schemas.microsoft.com/office/drawing/2014/main" id="{8A1D281D-F99C-4178-88A4-645256D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71A"/>
            </a:solidFill>
            <a:prstDash val="solid"/>
          </a:ln>
        </p:spPr>
      </p:sp>
      <p:sp>
        <p:nvSpPr>
          <p:cNvPr id="5" name="text-516">
            <a:extLst xmlns:a="http://schemas.openxmlformats.org/drawingml/2006/main">
              <a:ext uri="{FF2B5EF4-FFF2-40B4-BE49-F238E27FC236}">
                <a16:creationId xmlns:a16="http://schemas.microsoft.com/office/drawing/2014/main" id="{146B5E3B-FCF2-4B3E-9925-7F502E7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READ</a:t>
            </a:r>
          </a:p>
        </p:txBody>
      </p:sp>
      <p:sp>
        <p:nvSpPr>
          <p:cNvPr id="6" name="text-517">
            <a:extLst xmlns:a="http://schemas.openxmlformats.org/drawingml/2006/main">
              <a:ext uri="{FF2B5EF4-FFF2-40B4-BE49-F238E27FC236}">
                <a16:creationId xmlns:a16="http://schemas.microsoft.com/office/drawing/2014/main" id="{B9157896-0EDE-4BBF-8F52-60D001B6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PLAN</a:t>
            </a:r>
          </a:p>
        </p:txBody>
      </p:sp>
      <p:sp>
        <p:nvSpPr>
          <p:cNvPr id="7" name="line-518">
            <a:extLst xmlns:a="http://schemas.openxmlformats.org/drawingml/2006/main">
              <a:ext uri="{FF2B5EF4-FFF2-40B4-BE49-F238E27FC236}">
                <a16:creationId xmlns:a16="http://schemas.microsoft.com/office/drawing/2014/main" id="{D1277F4F-5ADE-43B3-BF0E-5373BE90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8" name="shape-519">
            <a:extLst xmlns:a="http://schemas.openxmlformats.org/drawingml/2006/main">
              <a:ext uri="{FF2B5EF4-FFF2-40B4-BE49-F238E27FC236}">
                <a16:creationId xmlns:a16="http://schemas.microsoft.com/office/drawing/2014/main" id="{20110198-49A1-4371-AD38-6540D1BD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520">
            <a:extLst xmlns:a="http://schemas.openxmlformats.org/drawingml/2006/main">
              <a:ext uri="{FF2B5EF4-FFF2-40B4-BE49-F238E27FC236}">
                <a16:creationId xmlns:a16="http://schemas.microsoft.com/office/drawing/2014/main" id="{3A6F36FF-6C37-4B36-89AF-9F5A505C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search_products</a:t>
            </a:r>
          </a:p>
        </p:txBody>
      </p:sp>
      <p:sp>
        <p:nvSpPr>
          <p:cNvPr id="10" name="text-521">
            <a:extLst xmlns:a="http://schemas.openxmlformats.org/drawingml/2006/main">
              <a:ext uri="{FF2B5EF4-FFF2-40B4-BE49-F238E27FC236}">
                <a16:creationId xmlns:a16="http://schemas.microsoft.com/office/drawing/2014/main" id="{82B9EC76-99C2-4D92-95DF-8866AE2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93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关键词 + 预算</a:t>
            </a:r>
          </a:p>
        </p:txBody>
      </p:sp>
      <p:sp>
        <p:nvSpPr>
          <p:cNvPr id="11" name="line-522">
            <a:extLst xmlns:a="http://schemas.openxmlformats.org/drawingml/2006/main">
              <a:ext uri="{FF2B5EF4-FFF2-40B4-BE49-F238E27FC236}">
                <a16:creationId xmlns:a16="http://schemas.microsoft.com/office/drawing/2014/main" id="{25271B9C-5EBB-4028-BF0E-5C8D2D5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2" name="shape-523">
            <a:extLst xmlns:a="http://schemas.openxmlformats.org/drawingml/2006/main">
              <a:ext uri="{FF2B5EF4-FFF2-40B4-BE49-F238E27FC236}">
                <a16:creationId xmlns:a16="http://schemas.microsoft.com/office/drawing/2014/main" id="{A1F80A14-7916-45D9-9D3D-D4FF63D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524">
            <a:extLst xmlns:a="http://schemas.openxmlformats.org/drawingml/2006/main">
              <a:ext uri="{FF2B5EF4-FFF2-40B4-BE49-F238E27FC236}">
                <a16:creationId xmlns:a16="http://schemas.microsoft.com/office/drawing/2014/main" id="{29740C7D-13B9-4EB4-B4B2-B9DF105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get_product_detail</a:t>
            </a:r>
          </a:p>
        </p:txBody>
      </p:sp>
      <p:sp>
        <p:nvSpPr>
          <p:cNvPr id="14" name="text-525">
            <a:extLst xmlns:a="http://schemas.openxmlformats.org/drawingml/2006/main">
              <a:ext uri="{FF2B5EF4-FFF2-40B4-BE49-F238E27FC236}">
                <a16:creationId xmlns:a16="http://schemas.microsoft.com/office/drawing/2014/main" id="{20E17CF3-AB5B-4162-847D-B5069E66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读取商品详情</a:t>
            </a:r>
          </a:p>
        </p:txBody>
      </p:sp>
      <p:sp>
        <p:nvSpPr>
          <p:cNvPr id="15" name="line-526">
            <a:extLst xmlns:a="http://schemas.openxmlformats.org/drawingml/2006/main">
              <a:ext uri="{FF2B5EF4-FFF2-40B4-BE49-F238E27FC236}">
                <a16:creationId xmlns:a16="http://schemas.microsoft.com/office/drawing/2014/main" id="{CE6FEE84-F259-4A4A-98EC-0208F89F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6" name="shape-527">
            <a:extLst xmlns:a="http://schemas.openxmlformats.org/drawingml/2006/main">
              <a:ext uri="{FF2B5EF4-FFF2-40B4-BE49-F238E27FC236}">
                <a16:creationId xmlns:a16="http://schemas.microsoft.com/office/drawing/2014/main" id="{D3F5E873-664E-4CCD-8926-8AFC21B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28">
            <a:extLst xmlns:a="http://schemas.openxmlformats.org/drawingml/2006/main">
              <a:ext uri="{FF2B5EF4-FFF2-40B4-BE49-F238E27FC236}">
                <a16:creationId xmlns:a16="http://schemas.microsoft.com/office/drawing/2014/main" id="{43A9AEF6-099E-464C-A4F6-2BE4180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compare_products</a:t>
            </a:r>
          </a:p>
        </p:txBody>
      </p:sp>
      <p:sp>
        <p:nvSpPr>
          <p:cNvPr id="18" name="text-529">
            <a:extLst xmlns:a="http://schemas.openxmlformats.org/drawingml/2006/main">
              <a:ext uri="{FF2B5EF4-FFF2-40B4-BE49-F238E27FC236}">
                <a16:creationId xmlns:a16="http://schemas.microsoft.com/office/drawing/2014/main" id="{FC4FC070-E0BD-40B5-A5CA-5642740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05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最多比较 4 件</a:t>
            </a:r>
          </a:p>
        </p:txBody>
      </p:sp>
      <p:sp>
        <p:nvSpPr>
          <p:cNvPr id="19" name="line-530">
            <a:extLst xmlns:a="http://schemas.openxmlformats.org/drawingml/2006/main">
              <a:ext uri="{FF2B5EF4-FFF2-40B4-BE49-F238E27FC236}">
                <a16:creationId xmlns:a16="http://schemas.microsoft.com/office/drawing/2014/main" id="{BE92BAFD-565E-41B6-9C3F-95E1072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0" name="shape-531">
            <a:extLst xmlns:a="http://schemas.openxmlformats.org/drawingml/2006/main">
              <a:ext uri="{FF2B5EF4-FFF2-40B4-BE49-F238E27FC236}">
                <a16:creationId xmlns:a16="http://schemas.microsoft.com/office/drawing/2014/main" id="{C6B180C2-EBD3-421B-B6EC-F8C988C4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32">
            <a:extLst xmlns:a="http://schemas.openxmlformats.org/drawingml/2006/main">
              <a:ext uri="{FF2B5EF4-FFF2-40B4-BE49-F238E27FC236}">
                <a16:creationId xmlns:a16="http://schemas.microsoft.com/office/drawing/2014/main" id="{B778166B-0272-4461-9ADD-5B22047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recommend_by_preference</a:t>
            </a:r>
          </a:p>
        </p:txBody>
      </p:sp>
      <p:sp>
        <p:nvSpPr>
          <p:cNvPr id="22" name="text-533">
            <a:extLst xmlns:a="http://schemas.openxmlformats.org/drawingml/2006/main">
              <a:ext uri="{FF2B5EF4-FFF2-40B4-BE49-F238E27FC236}">
                <a16:creationId xmlns:a16="http://schemas.microsoft.com/office/drawing/2014/main" id="{834A2EAF-07BE-4D19-B011-E43D54D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48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偏好标签 → 推荐</a:t>
            </a:r>
          </a:p>
        </p:txBody>
      </p:sp>
      <p:sp>
        <p:nvSpPr>
          <p:cNvPr id="23" name="line-534">
            <a:extLst xmlns:a="http://schemas.openxmlformats.org/drawingml/2006/main">
              <a:ext uri="{FF2B5EF4-FFF2-40B4-BE49-F238E27FC236}">
                <a16:creationId xmlns:a16="http://schemas.microsoft.com/office/drawing/2014/main" id="{DDA71372-8987-40CB-8376-BAE03429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4" name="shape-535">
            <a:extLst xmlns:a="http://schemas.openxmlformats.org/drawingml/2006/main">
              <a:ext uri="{FF2B5EF4-FFF2-40B4-BE49-F238E27FC236}">
                <a16:creationId xmlns:a16="http://schemas.microsoft.com/office/drawing/2014/main" id="{FF61FE67-3FC6-4FEE-A78B-B3382E76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536">
            <a:extLst xmlns:a="http://schemas.openxmlformats.org/drawingml/2006/main">
              <a:ext uri="{FF2B5EF4-FFF2-40B4-BE49-F238E27FC236}">
                <a16:creationId xmlns:a16="http://schemas.microsoft.com/office/drawing/2014/main" id="{367BB235-846C-4D1D-8635-4ABC5353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query_order_status</a:t>
            </a:r>
          </a:p>
        </p:txBody>
      </p:sp>
      <p:sp>
        <p:nvSpPr>
          <p:cNvPr id="26" name="text-537">
            <a:extLst xmlns:a="http://schemas.openxmlformats.org/drawingml/2006/main">
              <a:ext uri="{FF2B5EF4-FFF2-40B4-BE49-F238E27FC236}">
                <a16:creationId xmlns:a16="http://schemas.microsoft.com/office/drawing/2014/main" id="{C412E347-F1EF-478B-93A5-5D30D9E9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当前用户订单</a:t>
            </a:r>
          </a:p>
        </p:txBody>
      </p:sp>
      <p:sp>
        <p:nvSpPr>
          <p:cNvPr id="27" name="line-538">
            <a:extLst xmlns:a="http://schemas.openxmlformats.org/drawingml/2006/main">
              <a:ext uri="{FF2B5EF4-FFF2-40B4-BE49-F238E27FC236}">
                <a16:creationId xmlns:a16="http://schemas.microsoft.com/office/drawing/2014/main" id="{85078E14-E678-44DE-9701-1F2BBB72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8" name="shape-539">
            <a:extLst xmlns:a="http://schemas.openxmlformats.org/drawingml/2006/main">
              <a:ext uri="{FF2B5EF4-FFF2-40B4-BE49-F238E27FC236}">
                <a16:creationId xmlns:a16="http://schemas.microsoft.com/office/drawing/2014/main" id="{2EFF0934-DA06-4CA7-944A-3B9728D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540">
            <a:extLst xmlns:a="http://schemas.openxmlformats.org/drawingml/2006/main">
              <a:ext uri="{FF2B5EF4-FFF2-40B4-BE49-F238E27FC236}">
                <a16:creationId xmlns:a16="http://schemas.microsoft.com/office/drawing/2014/main" id="{3EA26F3E-ECC0-4FD9-8337-F922CF00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build_purchase_plan</a:t>
            </a:r>
          </a:p>
        </p:txBody>
      </p:sp>
      <p:sp>
        <p:nvSpPr>
          <p:cNvPr id="30" name="text-541">
            <a:extLst xmlns:a="http://schemas.openxmlformats.org/drawingml/2006/main">
              <a:ext uri="{FF2B5EF4-FFF2-40B4-BE49-F238E27FC236}">
                <a16:creationId xmlns:a16="http://schemas.microsoft.com/office/drawing/2014/main" id="{E6C43F5A-1B4A-416E-BC18-B89E02B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预算 + 库存方案</a:t>
            </a:r>
          </a:p>
        </p:txBody>
      </p:sp>
      <p:sp>
        <p:nvSpPr>
          <p:cNvPr id="31" name="line-542">
            <a:extLst xmlns:a="http://schemas.openxmlformats.org/drawingml/2006/main">
              <a:ext uri="{FF2B5EF4-FFF2-40B4-BE49-F238E27FC236}">
                <a16:creationId xmlns:a16="http://schemas.microsoft.com/office/drawing/2014/main" id="{ED3BB31B-82DE-4E94-99A4-6CDCAAAD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2" name="shape-543">
            <a:extLst xmlns:a="http://schemas.openxmlformats.org/drawingml/2006/main">
              <a:ext uri="{FF2B5EF4-FFF2-40B4-BE49-F238E27FC236}">
                <a16:creationId xmlns:a16="http://schemas.microsoft.com/office/drawing/2014/main" id="{85D4492B-AB30-43D3-9524-DF27316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544">
            <a:extLst xmlns:a="http://schemas.openxmlformats.org/drawingml/2006/main">
              <a:ext uri="{FF2B5EF4-FFF2-40B4-BE49-F238E27FC236}">
                <a16:creationId xmlns:a16="http://schemas.microsoft.com/office/drawing/2014/main" id="{1AFEE197-C7CB-4256-93E2-EF64524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add_to_cart</a:t>
            </a:r>
          </a:p>
        </p:txBody>
      </p:sp>
      <p:sp>
        <p:nvSpPr>
          <p:cNvPr id="34" name="text-545">
            <a:extLst xmlns:a="http://schemas.openxmlformats.org/drawingml/2006/main">
              <a:ext uri="{FF2B5EF4-FFF2-40B4-BE49-F238E27FC236}">
                <a16:creationId xmlns:a16="http://schemas.microsoft.com/office/drawing/2014/main" id="{048902B3-3020-4F6B-AA54-BDE76A2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确认后受控写入</a:t>
            </a:r>
          </a:p>
        </p:txBody>
      </p:sp>
      <p:sp>
        <p:nvSpPr>
          <p:cNvPr id="35" name="shape-546">
            <a:extLst xmlns:a="http://schemas.openxmlformats.org/drawingml/2006/main">
              <a:ext uri="{FF2B5EF4-FFF2-40B4-BE49-F238E27FC236}">
                <a16:creationId xmlns:a16="http://schemas.microsoft.com/office/drawing/2014/main" id="{DC6956F2-0EA2-4F86-A054-1A58413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05250"/>
            <a:ext cx="819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547">
            <a:extLst xmlns:a="http://schemas.openxmlformats.org/drawingml/2006/main">
              <a:ext uri="{FF2B5EF4-FFF2-40B4-BE49-F238E27FC236}">
                <a16:creationId xmlns:a16="http://schemas.microsoft.com/office/drawing/2014/main" id="{8F7EBADE-A0AD-4CA4-9853-23B0E80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33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CONFIRM</a:t>
            </a:r>
          </a:p>
        </p:txBody>
      </p:sp>
      <p:sp>
        <p:nvSpPr>
          <p:cNvPr id="37" name="line-548">
            <a:extLst xmlns:a="http://schemas.openxmlformats.org/drawingml/2006/main">
              <a:ext uri="{FF2B5EF4-FFF2-40B4-BE49-F238E27FC236}">
                <a16:creationId xmlns:a16="http://schemas.microsoft.com/office/drawing/2014/main" id="{B3E34C1B-4570-4B58-9464-29ACF76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8" name="shape-549">
            <a:extLst xmlns:a="http://schemas.openxmlformats.org/drawingml/2006/main">
              <a:ext uri="{FF2B5EF4-FFF2-40B4-BE49-F238E27FC236}">
                <a16:creationId xmlns:a16="http://schemas.microsoft.com/office/drawing/2014/main" id="{3854C5D8-BC62-4712-9E33-D6725ED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550">
            <a:extLst xmlns:a="http://schemas.openxmlformats.org/drawingml/2006/main">
              <a:ext uri="{FF2B5EF4-FFF2-40B4-BE49-F238E27FC236}">
                <a16:creationId xmlns:a16="http://schemas.microsoft.com/office/drawing/2014/main" id="{6E20C35E-3F7D-400E-966A-41A1A75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search_knowledge_base</a:t>
            </a:r>
          </a:p>
        </p:txBody>
      </p:sp>
      <p:sp>
        <p:nvSpPr>
          <p:cNvPr id="40" name="text-551">
            <a:extLst xmlns:a="http://schemas.openxmlformats.org/drawingml/2006/main">
              <a:ext uri="{FF2B5EF4-FFF2-40B4-BE49-F238E27FC236}">
                <a16:creationId xmlns:a16="http://schemas.microsoft.com/office/drawing/2014/main" id="{3A3E7D66-DA27-4A5B-ACCF-F0A80351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8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商品 / 评价 / FAQ</a:t>
            </a:r>
          </a:p>
        </p:txBody>
      </p:sp>
      <p:sp>
        <p:nvSpPr>
          <p:cNvPr id="41" name="line-552">
            <a:extLst xmlns:a="http://schemas.openxmlformats.org/drawingml/2006/main">
              <a:ext uri="{FF2B5EF4-FFF2-40B4-BE49-F238E27FC236}">
                <a16:creationId xmlns:a16="http://schemas.microsoft.com/office/drawing/2014/main" id="{26C9C1B2-F566-41F9-84B0-26242C34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42" name="text-553">
            <a:extLst xmlns:a="http://schemas.openxmlformats.org/drawingml/2006/main">
              <a:ext uri="{FF2B5EF4-FFF2-40B4-BE49-F238E27FC236}">
                <a16:creationId xmlns:a16="http://schemas.microsoft.com/office/drawing/2014/main" id="{8248CE54-0D01-4BC7-978C-6C084CE0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/health · TOOLS registry · agent smoke log</a:t>
            </a:r>
          </a:p>
        </p:txBody>
      </p:sp>
      <p:sp>
        <p:nvSpPr>
          <p:cNvPr id="43" name="text-554">
            <a:extLst xmlns:a="http://schemas.openxmlformats.org/drawingml/2006/main">
              <a:ext uri="{FF2B5EF4-FFF2-40B4-BE49-F238E27FC236}">
                <a16:creationId xmlns:a16="http://schemas.microsoft.com/office/drawing/2014/main" id="{5A05EF8A-A423-4EDE-B530-8285E94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4173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555">
            <a:extLst xmlns:a="http://schemas.openxmlformats.org/drawingml/2006/main">
              <a:ext uri="{FF2B5EF4-FFF2-40B4-BE49-F238E27FC236}">
                <a16:creationId xmlns:a16="http://schemas.microsoft.com/office/drawing/2014/main" id="{EDBE8E4A-BFEF-4F15-9923-76211430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03 · REAL TOOL TRACE</a:t>
            </a:r>
          </a:p>
        </p:txBody>
      </p:sp>
      <p:sp>
        <p:nvSpPr>
          <p:cNvPr id="2" name="text-556">
            <a:extLst xmlns:a="http://schemas.openxmlformats.org/drawingml/2006/main">
              <a:ext uri="{FF2B5EF4-FFF2-40B4-BE49-F238E27FC236}">
                <a16:creationId xmlns:a16="http://schemas.microsoft.com/office/drawing/2014/main" id="{CB344FB4-6515-49CF-B6C7-CD1B50D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“预算500的键盘”会触发真实商品检索</a:t>
            </a:r>
          </a:p>
        </p:txBody>
      </p:sp>
      <p:sp>
        <p:nvSpPr>
          <p:cNvPr id="3" name="text-557">
            <a:extLst xmlns:a="http://schemas.openxmlformats.org/drawingml/2006/main">
              <a:ext uri="{FF2B5EF4-FFF2-40B4-BE49-F238E27FC236}">
                <a16:creationId xmlns:a16="http://schemas.microsoft.com/office/drawing/2014/main" id="{AA00CAE9-85FB-45C3-99D2-3F33F98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同一个问题里，模型负责理解预算和意图；后端负责返回可验证的商品、价格和库存。</a:t>
            </a:r>
          </a:p>
        </p:txBody>
      </p:sp>
      <p:sp>
        <p:nvSpPr>
          <p:cNvPr id="4" name="shape-558">
            <a:extLst xmlns:a="http://schemas.openxmlformats.org/drawingml/2006/main">
              <a:ext uri="{FF2B5EF4-FFF2-40B4-BE49-F238E27FC236}">
                <a16:creationId xmlns:a16="http://schemas.microsoft.com/office/drawing/2014/main" id="{E537857B-3DC1-4C36-83FD-7E8D3BA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5336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shape-559">
            <a:extLst xmlns:a="http://schemas.openxmlformats.org/drawingml/2006/main">
              <a:ext uri="{FF2B5EF4-FFF2-40B4-BE49-F238E27FC236}">
                <a16:creationId xmlns:a16="http://schemas.microsoft.com/office/drawing/2014/main" id="{39A733B1-6567-440D-9873-A720EF44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609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60">
            <a:extLst xmlns:a="http://schemas.openxmlformats.org/drawingml/2006/main">
              <a:ext uri="{FF2B5EF4-FFF2-40B4-BE49-F238E27FC236}">
                <a16:creationId xmlns:a16="http://schemas.microsoft.com/office/drawing/2014/main" id="{C2E4C6DE-3067-4DA1-8252-B1849C65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7" name="text-561">
            <a:extLst xmlns:a="http://schemas.openxmlformats.org/drawingml/2006/main">
              <a:ext uri="{FF2B5EF4-FFF2-40B4-BE49-F238E27FC236}">
                <a16:creationId xmlns:a16="http://schemas.microsoft.com/office/drawing/2014/main" id="{B20281CF-80D3-4340-9F44-7E23E34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1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有没有适合敲代码的键盘？</a:t>
            </a:r>
          </a:p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预算 500</a:t>
            </a:r>
          </a:p>
        </p:txBody>
      </p:sp>
      <p:sp>
        <p:nvSpPr>
          <p:cNvPr id="8" name="shape-562">
            <a:extLst xmlns:a="http://schemas.openxmlformats.org/drawingml/2006/main">
              <a:ext uri="{FF2B5EF4-FFF2-40B4-BE49-F238E27FC236}">
                <a16:creationId xmlns:a16="http://schemas.microsoft.com/office/drawing/2014/main" id="{EB07D1C6-331D-42A1-A314-E8783435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563">
            <a:extLst xmlns:a="http://schemas.openxmlformats.org/drawingml/2006/main">
              <a:ext uri="{FF2B5EF4-FFF2-40B4-BE49-F238E27FC236}">
                <a16:creationId xmlns:a16="http://schemas.microsoft.com/office/drawing/2014/main" id="{D86302A1-3D99-4BB8-A621-4768C1C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57500" cy="1581150"/>
          </a:xfrm>
          <a:prstGeom xmlns:a="http://schemas.openxmlformats.org/drawingml/2006/main" prst="roundRect">
            <a:avLst>
              <a:gd name="adj" fmla="val 843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564">
            <a:extLst xmlns:a="http://schemas.openxmlformats.org/drawingml/2006/main">
              <a:ext uri="{FF2B5EF4-FFF2-40B4-BE49-F238E27FC236}">
                <a16:creationId xmlns:a16="http://schemas.microsoft.com/office/drawing/2014/main" id="{55E98821-F8BD-4122-B24D-91F8A54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085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565">
            <a:extLst xmlns:a="http://schemas.openxmlformats.org/drawingml/2006/main">
              <a:ext uri="{FF2B5EF4-FFF2-40B4-BE49-F238E27FC236}">
                <a16:creationId xmlns:a16="http://schemas.microsoft.com/office/drawing/2014/main" id="{DA8F2D2A-5566-40DE-8414-DFFDF577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SOURCE TRACE</a:t>
            </a:r>
          </a:p>
        </p:txBody>
      </p:sp>
      <p:sp>
        <p:nvSpPr>
          <p:cNvPr id="12" name="text-566">
            <a:extLst xmlns:a="http://schemas.openxmlformats.org/drawingml/2006/main">
              <a:ext uri="{FF2B5EF4-FFF2-40B4-BE49-F238E27FC236}">
                <a16:creationId xmlns:a16="http://schemas.microsoft.com/office/drawing/2014/main" id="{13540A44-F3EB-413F-AC5D-E466CA0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search_products(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  keyword="键盘",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  max_price=500,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  page=1, size=5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)</a:t>
            </a:r>
          </a:p>
        </p:txBody>
      </p:sp>
      <p:sp>
        <p:nvSpPr>
          <p:cNvPr id="13" name="shape-567">
            <a:extLst xmlns:a="http://schemas.openxmlformats.org/drawingml/2006/main">
              <a:ext uri="{FF2B5EF4-FFF2-40B4-BE49-F238E27FC236}">
                <a16:creationId xmlns:a16="http://schemas.microsoft.com/office/drawing/2014/main" id="{7DB62CAD-7BD6-404D-AA22-39C0E84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568">
            <a:extLst xmlns:a="http://schemas.openxmlformats.org/drawingml/2006/main">
              <a:ext uri="{FF2B5EF4-FFF2-40B4-BE49-F238E27FC236}">
                <a16:creationId xmlns:a16="http://schemas.microsoft.com/office/drawing/2014/main" id="{5B26AC6D-0B46-4D1E-8FAE-77100E9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5052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5" name="shape-569">
            <a:extLst xmlns:a="http://schemas.openxmlformats.org/drawingml/2006/main">
              <a:ext uri="{FF2B5EF4-FFF2-40B4-BE49-F238E27FC236}">
                <a16:creationId xmlns:a16="http://schemas.microsoft.com/office/drawing/2014/main" id="{26B6460C-0CEC-4F80-8390-8895E41D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1200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70">
            <a:extLst xmlns:a="http://schemas.openxmlformats.org/drawingml/2006/main">
              <a:ext uri="{FF2B5EF4-FFF2-40B4-BE49-F238E27FC236}">
                <a16:creationId xmlns:a16="http://schemas.microsoft.com/office/drawing/2014/main" id="{71504B1F-AB80-437C-B8C0-B85EE99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907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BACKEND RESULT</a:t>
            </a:r>
          </a:p>
        </p:txBody>
      </p:sp>
      <p:sp>
        <p:nvSpPr>
          <p:cNvPr id="17" name="text-571">
            <a:extLst xmlns:a="http://schemas.openxmlformats.org/drawingml/2006/main">
              <a:ext uri="{FF2B5EF4-FFF2-40B4-BE49-F238E27FC236}">
                <a16:creationId xmlns:a16="http://schemas.microsoft.com/office/drawing/2014/main" id="{E1EB63F8-6A5A-476B-919B-BA24F24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717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极客机械键盘 K87  · ¥399  · 库存 80</a:t>
            </a:r>
          </a:p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静音办公机械键盘  · ¥459  · 库存 45</a:t>
            </a:r>
          </a:p>
        </p:txBody>
      </p:sp>
      <p:sp>
        <p:nvSpPr>
          <p:cNvPr id="18" name="text-572">
            <a:extLst xmlns:a="http://schemas.openxmlformats.org/drawingml/2006/main">
              <a:ext uri="{FF2B5EF4-FFF2-40B4-BE49-F238E27FC236}">
                <a16:creationId xmlns:a16="http://schemas.microsoft.com/office/drawing/2014/main" id="{D68C8979-06CC-4E51-812F-5DAA3425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productId / price / stock 可回查</a:t>
            </a:r>
          </a:p>
        </p:txBody>
      </p:sp>
      <p:sp>
        <p:nvSpPr>
          <p:cNvPr id="19" name="line-573">
            <a:extLst xmlns:a="http://schemas.openxmlformats.org/drawingml/2006/main">
              <a:ext uri="{FF2B5EF4-FFF2-40B4-BE49-F238E27FC236}">
                <a16:creationId xmlns:a16="http://schemas.microsoft.com/office/drawing/2014/main" id="{96B2A618-17E6-46AD-B63B-8B841E5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20" name="shape-574">
            <a:extLst xmlns:a="http://schemas.openxmlformats.org/drawingml/2006/main">
              <a:ext uri="{FF2B5EF4-FFF2-40B4-BE49-F238E27FC236}">
                <a16:creationId xmlns:a16="http://schemas.microsoft.com/office/drawing/2014/main" id="{9C76283B-1BB3-4B8D-B3D5-A0C0579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276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75">
            <a:extLst xmlns:a="http://schemas.openxmlformats.org/drawingml/2006/main">
              <a:ext uri="{FF2B5EF4-FFF2-40B4-BE49-F238E27FC236}">
                <a16:creationId xmlns:a16="http://schemas.microsoft.com/office/drawing/2014/main" id="{0B960E84-9FD6-4AB2-B004-D3EFDF2C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GROUNDED REPLY</a:t>
            </a:r>
          </a:p>
        </p:txBody>
      </p:sp>
      <p:sp>
        <p:nvSpPr>
          <p:cNvPr id="22" name="text-576">
            <a:extLst xmlns:a="http://schemas.openxmlformats.org/drawingml/2006/main">
              <a:ext uri="{FF2B5EF4-FFF2-40B4-BE49-F238E27FC236}">
                <a16:creationId xmlns:a16="http://schemas.microsoft.com/office/drawing/2014/main" id="{69E19766-B32A-4225-806B-414A51D6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815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为你筛出两款真实商品，并把预算、库存和下一步动作一起带回对话。</a:t>
            </a:r>
          </a:p>
        </p:txBody>
      </p:sp>
      <p:sp>
        <p:nvSpPr>
          <p:cNvPr id="23" name="line-577">
            <a:extLst xmlns:a="http://schemas.openxmlformats.org/drawingml/2006/main">
              <a:ext uri="{FF2B5EF4-FFF2-40B4-BE49-F238E27FC236}">
                <a16:creationId xmlns:a16="http://schemas.microsoft.com/office/drawing/2014/main" id="{ED93F9F7-FBF6-4ABD-83C7-645017E7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4" name="text-578">
            <a:extLst xmlns:a="http://schemas.openxmlformats.org/drawingml/2006/main">
              <a:ext uri="{FF2B5EF4-FFF2-40B4-BE49-F238E27FC236}">
                <a16:creationId xmlns:a16="http://schemas.microsoft.com/office/drawing/2014/main" id="{4862CC0D-B077-4899-89E9-A70FC297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search_products tool · backend /api/products/search · agent smoke</a:t>
            </a:r>
          </a:p>
        </p:txBody>
      </p:sp>
      <p:sp>
        <p:nvSpPr>
          <p:cNvPr id="25" name="text-579">
            <a:extLst xmlns:a="http://schemas.openxmlformats.org/drawingml/2006/main">
              <a:ext uri="{FF2B5EF4-FFF2-40B4-BE49-F238E27FC236}">
                <a16:creationId xmlns:a16="http://schemas.microsoft.com/office/drawing/2014/main" id="{B7E9AFB8-B079-4D53-8907-BFA77093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9547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580">
            <a:extLst xmlns:a="http://schemas.openxmlformats.org/drawingml/2006/main">
              <a:ext uri="{FF2B5EF4-FFF2-40B4-BE49-F238E27FC236}">
                <a16:creationId xmlns:a16="http://schemas.microsoft.com/office/drawing/2014/main" id="{AFE03B3B-DD5F-4D37-B71B-3055DB26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04 · ORDER TRACE</a:t>
            </a:r>
          </a:p>
        </p:txBody>
      </p:sp>
      <p:sp>
        <p:nvSpPr>
          <p:cNvPr id="2" name="text-581">
            <a:extLst xmlns:a="http://schemas.openxmlformats.org/drawingml/2006/main">
              <a:ext uri="{FF2B5EF4-FFF2-40B4-BE49-F238E27FC236}">
                <a16:creationId xmlns:a16="http://schemas.microsoft.com/office/drawing/2014/main" id="{91094170-0935-49FE-8584-BAF077D4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“上次买的东西到哪了”只能查询当前用户</a:t>
            </a:r>
          </a:p>
        </p:txBody>
      </p:sp>
      <p:sp>
        <p:nvSpPr>
          <p:cNvPr id="3" name="text-582">
            <a:extLst xmlns:a="http://schemas.openxmlformats.org/drawingml/2006/main">
              <a:ext uri="{FF2B5EF4-FFF2-40B4-BE49-F238E27FC236}">
                <a16:creationId xmlns:a16="http://schemas.microsoft.com/office/drawing/2014/main" id="{26B174F4-AD98-42FE-9799-5E78AD59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Agent 先用用户 JWT 回访 profile，再用内部接口查订单；请求体里的 userId 不被信任。</a:t>
            </a:r>
          </a:p>
        </p:txBody>
      </p:sp>
      <p:sp>
        <p:nvSpPr>
          <p:cNvPr id="4" name="shape-583">
            <a:extLst xmlns:a="http://schemas.openxmlformats.org/drawingml/2006/main">
              <a:ext uri="{FF2B5EF4-FFF2-40B4-BE49-F238E27FC236}">
                <a16:creationId xmlns:a16="http://schemas.microsoft.com/office/drawing/2014/main" id="{92A13FD0-1E1D-4B91-BD5A-C414267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857750" cy="33718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shape-584">
            <a:extLst xmlns:a="http://schemas.openxmlformats.org/drawingml/2006/main">
              <a:ext uri="{FF2B5EF4-FFF2-40B4-BE49-F238E27FC236}">
                <a16:creationId xmlns:a16="http://schemas.microsoft.com/office/drawing/2014/main" id="{25D6A53B-5AB1-4286-8281-A4667F6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85">
            <a:extLst xmlns:a="http://schemas.openxmlformats.org/drawingml/2006/main">
              <a:ext uri="{FF2B5EF4-FFF2-40B4-BE49-F238E27FC236}">
                <a16:creationId xmlns:a16="http://schemas.microsoft.com/office/drawing/2014/main" id="{1C4F6F35-1D6E-4B09-824E-3A8E0D90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7" name="text-586">
            <a:extLst xmlns:a="http://schemas.openxmlformats.org/drawingml/2006/main">
              <a:ext uri="{FF2B5EF4-FFF2-40B4-BE49-F238E27FC236}">
                <a16:creationId xmlns:a16="http://schemas.microsoft.com/office/drawing/2014/main" id="{2B29E3F0-BD52-408D-BF31-F2010B0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01  Bearer JWT → /api/user/profile</a:t>
            </a:r>
          </a:p>
        </p:txBody>
      </p:sp>
      <p:sp>
        <p:nvSpPr>
          <p:cNvPr id="8" name="text-587">
            <a:extLst xmlns:a="http://schemas.openxmlformats.org/drawingml/2006/main">
              <a:ext uri="{FF2B5EF4-FFF2-40B4-BE49-F238E27FC236}">
                <a16:creationId xmlns:a16="http://schemas.microsoft.com/office/drawing/2014/main" id="{F1169FC4-F392-4E1A-B818-41734C7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rPr>
              <a:t>02  trusted userId = 5</a:t>
            </a:r>
          </a:p>
        </p:txBody>
      </p:sp>
      <p:sp>
        <p:nvSpPr>
          <p:cNvPr id="9" name="text-588">
            <a:extLst xmlns:a="http://schemas.openxmlformats.org/drawingml/2006/main">
              <a:ext uri="{FF2B5EF4-FFF2-40B4-BE49-F238E27FC236}">
                <a16:creationId xmlns:a16="http://schemas.microsoft.com/office/drawing/2014/main" id="{EE452D9B-D91D-4FB6-A2AD-990E5CF5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03  query_order_status()</a:t>
            </a:r>
          </a:p>
        </p:txBody>
      </p:sp>
      <p:sp>
        <p:nvSpPr>
          <p:cNvPr id="10" name="text-589">
            <a:extLst xmlns:a="http://schemas.openxmlformats.org/drawingml/2006/main">
              <a:ext uri="{FF2B5EF4-FFF2-40B4-BE49-F238E27FC236}">
                <a16:creationId xmlns:a16="http://schemas.microsoft.com/office/drawing/2014/main" id="{B3DF7D4C-882E-4CD1-B3BC-7FB646DF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04  internal order summary → reply</a:t>
            </a:r>
          </a:p>
        </p:txBody>
      </p:sp>
      <p:sp>
        <p:nvSpPr>
          <p:cNvPr id="11" name="shape-590">
            <a:extLst xmlns:a="http://schemas.openxmlformats.org/drawingml/2006/main">
              <a:ext uri="{FF2B5EF4-FFF2-40B4-BE49-F238E27FC236}">
                <a16:creationId xmlns:a16="http://schemas.microsoft.com/office/drawing/2014/main" id="{E54F9B2C-AEF0-46B0-9529-648AAA2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91">
            <a:extLst xmlns:a="http://schemas.openxmlformats.org/drawingml/2006/main">
              <a:ext uri="{FF2B5EF4-FFF2-40B4-BE49-F238E27FC236}">
                <a16:creationId xmlns:a16="http://schemas.microsoft.com/office/drawing/2014/main" id="{733E9CE3-42B8-43B6-B38C-4D5579D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00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NO USERID SPOOFING</a:t>
            </a:r>
          </a:p>
        </p:txBody>
      </p:sp>
      <p:sp>
        <p:nvSpPr>
          <p:cNvPr id="13" name="shape-592">
            <a:extLst xmlns:a="http://schemas.openxmlformats.org/drawingml/2006/main">
              <a:ext uri="{FF2B5EF4-FFF2-40B4-BE49-F238E27FC236}">
                <a16:creationId xmlns:a16="http://schemas.microsoft.com/office/drawing/2014/main" id="{9A974903-30D4-4FDC-A78F-EBAAAB00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49530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89a547b71486c"/>
          <a:srcRect xmlns:a="http://schemas.openxmlformats.org/drawingml/2006/main" l="10288" t="0" r="102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52650"/>
            <a:ext cx="48387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5" name="line-593">
            <a:extLst xmlns:a="http://schemas.openxmlformats.org/drawingml/2006/main">
              <a:ext uri="{FF2B5EF4-FFF2-40B4-BE49-F238E27FC236}">
                <a16:creationId xmlns:a16="http://schemas.microsoft.com/office/drawing/2014/main" id="{9B8CA26A-A855-4C74-9946-143B4122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6" name="text-594">
            <a:extLst xmlns:a="http://schemas.openxmlformats.org/drawingml/2006/main">
              <a:ext uri="{FF2B5EF4-FFF2-40B4-BE49-F238E27FC236}">
                <a16:creationId xmlns:a16="http://schemas.microsoft.com/office/drawing/2014/main" id="{5F5E2721-81A6-4B9F-928C-42F9C325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ai-chat-order-query.png · query_order_status · Jwt profile check</a:t>
            </a:r>
          </a:p>
        </p:txBody>
      </p:sp>
      <p:sp>
        <p:nvSpPr>
          <p:cNvPr id="17" name="text-595">
            <a:extLst xmlns:a="http://schemas.openxmlformats.org/drawingml/2006/main">
              <a:ext uri="{FF2B5EF4-FFF2-40B4-BE49-F238E27FC236}">
                <a16:creationId xmlns:a16="http://schemas.microsoft.com/office/drawing/2014/main" id="{19FC3A8D-C593-4943-B728-458BBC5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21810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596">
            <a:extLst xmlns:a="http://schemas.openxmlformats.org/drawingml/2006/main">
              <a:ext uri="{FF2B5EF4-FFF2-40B4-BE49-F238E27FC236}">
                <a16:creationId xmlns:a16="http://schemas.microsoft.com/office/drawing/2014/main" id="{F95F94AC-9AB1-4304-A52D-BBF3E2AD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05 · SERVICE AUTH</a:t>
            </a:r>
          </a:p>
        </p:txBody>
      </p:sp>
      <p:sp>
        <p:nvSpPr>
          <p:cNvPr id="2" name="text-597">
            <a:extLst xmlns:a="http://schemas.openxmlformats.org/drawingml/2006/main">
              <a:ext uri="{FF2B5EF4-FFF2-40B4-BE49-F238E27FC236}">
                <a16:creationId xmlns:a16="http://schemas.microsoft.com/office/drawing/2014/main" id="{8C51087E-26BA-401A-83A4-8A7AFA4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两层令牌把用户身份与服务权限分开</a:t>
            </a:r>
          </a:p>
        </p:txBody>
      </p:sp>
      <p:sp>
        <p:nvSpPr>
          <p:cNvPr id="3" name="text-598">
            <a:extLst xmlns:a="http://schemas.openxmlformats.org/drawingml/2006/main">
              <a:ext uri="{FF2B5EF4-FFF2-40B4-BE49-F238E27FC236}">
                <a16:creationId xmlns:a16="http://schemas.microsoft.com/office/drawing/2014/main" id="{24EF98C6-2B2A-47D7-82B0-8231B51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用户 JWT 证明“是谁”；内部 service header 证明“哪个服务可以做什么”。</a:t>
            </a:r>
          </a:p>
        </p:txBody>
      </p:sp>
      <p:sp>
        <p:nvSpPr>
          <p:cNvPr id="4" name="line-599">
            <a:extLst xmlns:a="http://schemas.openxmlformats.org/drawingml/2006/main">
              <a:ext uri="{FF2B5EF4-FFF2-40B4-BE49-F238E27FC236}">
                <a16:creationId xmlns:a16="http://schemas.microsoft.com/office/drawing/2014/main" id="{3E45D0EA-7016-448A-9FFF-3435BEF5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600">
            <a:extLst xmlns:a="http://schemas.openxmlformats.org/drawingml/2006/main">
              <a:ext uri="{FF2B5EF4-FFF2-40B4-BE49-F238E27FC236}">
                <a16:creationId xmlns:a16="http://schemas.microsoft.com/office/drawing/2014/main" id="{DD6ABF9A-50F2-4E28-8C1C-A6AF99C6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text-601">
            <a:extLst xmlns:a="http://schemas.openxmlformats.org/drawingml/2006/main">
              <a:ext uri="{FF2B5EF4-FFF2-40B4-BE49-F238E27FC236}">
                <a16:creationId xmlns:a16="http://schemas.microsoft.com/office/drawing/2014/main" id="{E5C9E8EA-7E21-4896-8CE8-2E91AF9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Browser</a:t>
            </a:r>
          </a:p>
        </p:txBody>
      </p:sp>
      <p:sp>
        <p:nvSpPr>
          <p:cNvPr id="7" name="text-602">
            <a:extLst xmlns:a="http://schemas.openxmlformats.org/drawingml/2006/main">
              <a:ext uri="{FF2B5EF4-FFF2-40B4-BE49-F238E27FC236}">
                <a16:creationId xmlns:a16="http://schemas.microsoft.com/office/drawing/2014/main" id="{58B80F2F-E70B-4AFF-8905-0F769474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Bearer user JWT</a:t>
            </a:r>
          </a:p>
        </p:txBody>
      </p:sp>
      <p:sp>
        <p:nvSpPr>
          <p:cNvPr id="8" name="shape-603">
            <a:extLst xmlns:a="http://schemas.openxmlformats.org/drawingml/2006/main">
              <a:ext uri="{FF2B5EF4-FFF2-40B4-BE49-F238E27FC236}">
                <a16:creationId xmlns:a16="http://schemas.microsoft.com/office/drawing/2014/main" id="{50050DB2-C37C-4CFB-8CAB-EDA422A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604">
            <a:extLst xmlns:a="http://schemas.openxmlformats.org/drawingml/2006/main">
              <a:ext uri="{FF2B5EF4-FFF2-40B4-BE49-F238E27FC236}">
                <a16:creationId xmlns:a16="http://schemas.microsoft.com/office/drawing/2014/main" id="{24F43F41-E1D5-4F25-86C8-CF392E42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0574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0" name="text-605">
            <a:extLst xmlns:a="http://schemas.openxmlformats.org/drawingml/2006/main">
              <a:ext uri="{FF2B5EF4-FFF2-40B4-BE49-F238E27FC236}">
                <a16:creationId xmlns:a16="http://schemas.microsoft.com/office/drawing/2014/main" id="{0863FDEE-8480-4CA6-938E-82B528E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051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1" name="text-606">
            <a:extLst xmlns:a="http://schemas.openxmlformats.org/drawingml/2006/main">
              <a:ext uri="{FF2B5EF4-FFF2-40B4-BE49-F238E27FC236}">
                <a16:creationId xmlns:a16="http://schemas.microsoft.com/office/drawing/2014/main" id="{996F29C5-10AF-46ED-A5CD-52EECBE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profile callback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active_tool_user_id</a:t>
            </a:r>
          </a:p>
        </p:txBody>
      </p:sp>
      <p:sp>
        <p:nvSpPr>
          <p:cNvPr id="12" name="shape-607">
            <a:extLst xmlns:a="http://schemas.openxmlformats.org/drawingml/2006/main">
              <a:ext uri="{FF2B5EF4-FFF2-40B4-BE49-F238E27FC236}">
                <a16:creationId xmlns:a16="http://schemas.microsoft.com/office/drawing/2014/main" id="{7543102C-97F7-4FBC-A93B-1577651C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608">
            <a:extLst xmlns:a="http://schemas.openxmlformats.org/drawingml/2006/main">
              <a:ext uri="{FF2B5EF4-FFF2-40B4-BE49-F238E27FC236}">
                <a16:creationId xmlns:a16="http://schemas.microsoft.com/office/drawing/2014/main" id="{2F2DB07E-34A0-4F8D-959B-AD1BE5D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20574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text-609">
            <a:extLst xmlns:a="http://schemas.openxmlformats.org/drawingml/2006/main">
              <a:ext uri="{FF2B5EF4-FFF2-40B4-BE49-F238E27FC236}">
                <a16:creationId xmlns:a16="http://schemas.microsoft.com/office/drawing/2014/main" id="{08273A15-19F6-469F-BDA9-89FA3509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5" name="text-610">
            <a:extLst xmlns:a="http://schemas.openxmlformats.org/drawingml/2006/main">
              <a:ext uri="{FF2B5EF4-FFF2-40B4-BE49-F238E27FC236}">
                <a16:creationId xmlns:a16="http://schemas.microsoft.com/office/drawing/2014/main" id="{E1418382-E4B6-41F0-B6BE-125987E3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internal scope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X-Internal-Service</a:t>
            </a:r>
          </a:p>
        </p:txBody>
      </p:sp>
      <p:sp>
        <p:nvSpPr>
          <p:cNvPr id="16" name="shape-611">
            <a:extLst xmlns:a="http://schemas.openxmlformats.org/drawingml/2006/main">
              <a:ext uri="{FF2B5EF4-FFF2-40B4-BE49-F238E27FC236}">
                <a16:creationId xmlns:a16="http://schemas.microsoft.com/office/drawing/2014/main" id="{6CAD93F9-B47B-465D-BED3-D3826767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612">
            <a:extLst xmlns:a="http://schemas.openxmlformats.org/drawingml/2006/main">
              <a:ext uri="{FF2B5EF4-FFF2-40B4-BE49-F238E27FC236}">
                <a16:creationId xmlns:a16="http://schemas.microsoft.com/office/drawing/2014/main" id="{CF7A3334-A76D-4C2D-B57A-13D9F3F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20574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8" name="text-613">
            <a:extLst xmlns:a="http://schemas.openxmlformats.org/drawingml/2006/main">
              <a:ext uri="{FF2B5EF4-FFF2-40B4-BE49-F238E27FC236}">
                <a16:creationId xmlns:a16="http://schemas.microsoft.com/office/drawing/2014/main" id="{E03B3E8B-27FE-43A2-BDE1-B4F5DB0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051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Order / Cart</a:t>
            </a:r>
          </a:p>
        </p:txBody>
      </p:sp>
      <p:sp>
        <p:nvSpPr>
          <p:cNvPr id="19" name="text-614">
            <a:extLst xmlns:a="http://schemas.openxmlformats.org/drawingml/2006/main">
              <a:ext uri="{FF2B5EF4-FFF2-40B4-BE49-F238E27FC236}">
                <a16:creationId xmlns:a16="http://schemas.microsoft.com/office/drawing/2014/main" id="{872BFB2C-EFC0-4588-92F0-ECCDCDDA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only current user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no password fields</a:t>
            </a:r>
          </a:p>
        </p:txBody>
      </p:sp>
      <p:sp>
        <p:nvSpPr>
          <p:cNvPr id="20" name="shape-615">
            <a:extLst xmlns:a="http://schemas.openxmlformats.org/drawingml/2006/main">
              <a:ext uri="{FF2B5EF4-FFF2-40B4-BE49-F238E27FC236}">
                <a16:creationId xmlns:a16="http://schemas.microsoft.com/office/drawing/2014/main" id="{C1529764-98DF-4A81-A5D6-6B69260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616">
            <a:extLst xmlns:a="http://schemas.openxmlformats.org/drawingml/2006/main">
              <a:ext uri="{FF2B5EF4-FFF2-40B4-BE49-F238E27FC236}">
                <a16:creationId xmlns:a16="http://schemas.microsoft.com/office/drawing/2014/main" id="{0DC69F0F-2C36-48F4-A7E2-FE0E33C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617">
            <a:extLst xmlns:a="http://schemas.openxmlformats.org/drawingml/2006/main">
              <a:ext uri="{FF2B5EF4-FFF2-40B4-BE49-F238E27FC236}">
                <a16:creationId xmlns:a16="http://schemas.microsoft.com/office/drawing/2014/main" id="{FC8F183F-6372-4A5C-B7C8-5F4B39D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618">
            <a:extLst xmlns:a="http://schemas.openxmlformats.org/drawingml/2006/main">
              <a:ext uri="{FF2B5EF4-FFF2-40B4-BE49-F238E27FC236}">
                <a16:creationId xmlns:a16="http://schemas.microsoft.com/office/drawing/2014/main" id="{0C86BF9C-4648-426B-B7C6-38340E3A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619">
            <a:extLst xmlns:a="http://schemas.openxmlformats.org/drawingml/2006/main">
              <a:ext uri="{FF2B5EF4-FFF2-40B4-BE49-F238E27FC236}">
                <a16:creationId xmlns:a16="http://schemas.microsoft.com/office/drawing/2014/main" id="{76445751-08E5-491B-9561-8EBB1BE9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4386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E1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25" name="shape-620">
            <a:extLst xmlns:a="http://schemas.openxmlformats.org/drawingml/2006/main">
              <a:ext uri="{FF2B5EF4-FFF2-40B4-BE49-F238E27FC236}">
                <a16:creationId xmlns:a16="http://schemas.microsoft.com/office/drawing/2014/main" id="{E2018721-B36E-4602-8FF3-23FA1616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609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21">
            <a:extLst xmlns:a="http://schemas.openxmlformats.org/drawingml/2006/main">
              <a:ext uri="{FF2B5EF4-FFF2-40B4-BE49-F238E27FC236}">
                <a16:creationId xmlns:a16="http://schemas.microsoft.com/office/drawing/2014/main" id="{8DFC5691-5B6C-4B9A-9BCE-5EE94528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148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DENY</a:t>
            </a:r>
          </a:p>
        </p:txBody>
      </p:sp>
      <p:sp>
        <p:nvSpPr>
          <p:cNvPr id="27" name="text-622">
            <a:extLst xmlns:a="http://schemas.openxmlformats.org/drawingml/2006/main">
              <a:ext uri="{FF2B5EF4-FFF2-40B4-BE49-F238E27FC236}">
                <a16:creationId xmlns:a16="http://schemas.microsoft.com/office/drawing/2014/main" id="{68D707A0-9848-4E61-97DB-28CA7CC1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8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tool userId ≠ active user → 401 / 403</a:t>
            </a:r>
          </a:p>
        </p:txBody>
      </p:sp>
      <p:sp>
        <p:nvSpPr>
          <p:cNvPr id="28" name="shape-623">
            <a:extLst xmlns:a="http://schemas.openxmlformats.org/drawingml/2006/main">
              <a:ext uri="{FF2B5EF4-FFF2-40B4-BE49-F238E27FC236}">
                <a16:creationId xmlns:a16="http://schemas.microsoft.com/office/drawing/2014/main" id="{57A0188D-D520-477C-8650-28C5EC43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44386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5EC"/>
          </a:solidFill>
          <a:ln xmlns:a="http://schemas.openxmlformats.org/drawingml/2006/main" w="9525">
            <a:solidFill>
              <a:srgbClr val="3E9B6D"/>
            </a:solidFill>
            <a:prstDash val="solid"/>
          </a:ln>
        </p:spPr>
      </p:sp>
      <p:sp>
        <p:nvSpPr>
          <p:cNvPr id="29" name="shape-624">
            <a:extLst xmlns:a="http://schemas.openxmlformats.org/drawingml/2006/main">
              <a:ext uri="{FF2B5EF4-FFF2-40B4-BE49-F238E27FC236}">
                <a16:creationId xmlns:a16="http://schemas.microsoft.com/office/drawing/2014/main" id="{8E3F0FEF-7171-4165-ACDF-F55CD43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625">
            <a:extLst xmlns:a="http://schemas.openxmlformats.org/drawingml/2006/main">
              <a:ext uri="{FF2B5EF4-FFF2-40B4-BE49-F238E27FC236}">
                <a16:creationId xmlns:a16="http://schemas.microsoft.com/office/drawing/2014/main" id="{2B73FBEE-516B-43CC-8C7C-0C90F82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ALLOW</a:t>
            </a:r>
          </a:p>
        </p:txBody>
      </p:sp>
      <p:sp>
        <p:nvSpPr>
          <p:cNvPr id="31" name="text-626">
            <a:extLst xmlns:a="http://schemas.openxmlformats.org/drawingml/2006/main">
              <a:ext uri="{FF2B5EF4-FFF2-40B4-BE49-F238E27FC236}">
                <a16:creationId xmlns:a16="http://schemas.microsoft.com/office/drawing/2014/main" id="{BCF2E214-22AF-4DA7-BF96-A00E223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7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内部 header + secret + scope 校验通过</a:t>
            </a:r>
          </a:p>
        </p:txBody>
      </p:sp>
      <p:sp>
        <p:nvSpPr>
          <p:cNvPr id="32" name="line-627">
            <a:extLst xmlns:a="http://schemas.openxmlformats.org/drawingml/2006/main">
              <a:ext uri="{FF2B5EF4-FFF2-40B4-BE49-F238E27FC236}">
                <a16:creationId xmlns:a16="http://schemas.microsoft.com/office/drawing/2014/main" id="{F61A82E2-43D9-4591-898D-67D66C5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3" name="text-628">
            <a:extLst xmlns:a="http://schemas.openxmlformats.org/drawingml/2006/main">
              <a:ext uri="{FF2B5EF4-FFF2-40B4-BE49-F238E27FC236}">
                <a16:creationId xmlns:a16="http://schemas.microsoft.com/office/drawing/2014/main" id="{62B94E08-0E72-48FC-A75B-B68EE201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agent main.py · backend internal endpoints · INTERNAL_SERVICE_SECRET</a:t>
            </a:r>
          </a:p>
        </p:txBody>
      </p:sp>
      <p:sp>
        <p:nvSpPr>
          <p:cNvPr id="34" name="text-629">
            <a:extLst xmlns:a="http://schemas.openxmlformats.org/drawingml/2006/main">
              <a:ext uri="{FF2B5EF4-FFF2-40B4-BE49-F238E27FC236}">
                <a16:creationId xmlns:a16="http://schemas.microsoft.com/office/drawing/2014/main" id="{99EEC22A-F335-4407-BA55-B38A19FE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777781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630">
            <a:extLst xmlns:a="http://schemas.openxmlformats.org/drawingml/2006/main">
              <a:ext uri="{FF2B5EF4-FFF2-40B4-BE49-F238E27FC236}">
                <a16:creationId xmlns:a16="http://schemas.microsoft.com/office/drawing/2014/main" id="{51559976-7046-4D83-A608-3347BD5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06 · SHORT MEMORY</a:t>
            </a:r>
          </a:p>
        </p:txBody>
      </p:sp>
      <p:sp>
        <p:nvSpPr>
          <p:cNvPr id="2" name="text-631">
            <a:extLst xmlns:a="http://schemas.openxmlformats.org/drawingml/2006/main">
              <a:ext uri="{FF2B5EF4-FFF2-40B4-BE49-F238E27FC236}">
                <a16:creationId xmlns:a16="http://schemas.microsoft.com/office/drawing/2014/main" id="{65D3E929-0D64-4245-ABDC-230415F6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短期记忆按 userId:sessionId 隔离</a:t>
            </a:r>
          </a:p>
        </p:txBody>
      </p:sp>
      <p:sp>
        <p:nvSpPr>
          <p:cNvPr id="3" name="text-632">
            <a:extLst xmlns:a="http://schemas.openxmlformats.org/drawingml/2006/main">
              <a:ext uri="{FF2B5EF4-FFF2-40B4-BE49-F238E27FC236}">
                <a16:creationId xmlns:a16="http://schemas.microsoft.com/office/drawing/2014/main" id="{59898696-F33D-4561-A9CA-5DB040F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内存窗口提供当前语境；agent_conversation 负责重启后的恢复兜底。</a:t>
            </a:r>
          </a:p>
        </p:txBody>
      </p:sp>
      <p:sp>
        <p:nvSpPr>
          <p:cNvPr id="4" name="text-633">
            <a:extLst xmlns:a="http://schemas.openxmlformats.org/drawingml/2006/main">
              <a:ext uri="{FF2B5EF4-FFF2-40B4-BE49-F238E27FC236}">
                <a16:creationId xmlns:a16="http://schemas.microsoft.com/office/drawing/2014/main" id="{D529A95E-7D9A-442B-A030-E2798FF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 i="0">
                <a:solidFill>
                  <a:srgbClr val="12B8A6"/>
                </a:solidFill>
                <a:latin typeface="Cascadia Mono"/>
                <a:ea typeface="Cascadia Mono"/>
                <a:cs typeface="Cascadia Mono"/>
              </a:rPr>
              <a:t>session = userId:sessionId</a:t>
            </a:r>
          </a:p>
        </p:txBody>
      </p:sp>
      <p:sp>
        <p:nvSpPr>
          <p:cNvPr id="5" name="line-634">
            <a:extLst xmlns:a="http://schemas.openxmlformats.org/drawingml/2006/main">
              <a:ext uri="{FF2B5EF4-FFF2-40B4-BE49-F238E27FC236}">
                <a16:creationId xmlns:a16="http://schemas.microsoft.com/office/drawing/2014/main" id="{4DD7A6E7-6F53-4147-BD14-F382A6F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6" name="shape-635">
            <a:extLst xmlns:a="http://schemas.openxmlformats.org/drawingml/2006/main">
              <a:ext uri="{FF2B5EF4-FFF2-40B4-BE49-F238E27FC236}">
                <a16:creationId xmlns:a16="http://schemas.microsoft.com/office/drawing/2014/main" id="{895C88B0-B67C-4B27-95EB-3F8F593C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36">
            <a:extLst xmlns:a="http://schemas.openxmlformats.org/drawingml/2006/main">
              <a:ext uri="{FF2B5EF4-FFF2-40B4-BE49-F238E27FC236}">
                <a16:creationId xmlns:a16="http://schemas.microsoft.com/office/drawing/2014/main" id="{BBD246C7-3A4C-4A50-A0FF-F215275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8" name="shape-637">
            <a:extLst xmlns:a="http://schemas.openxmlformats.org/drawingml/2006/main">
              <a:ext uri="{FF2B5EF4-FFF2-40B4-BE49-F238E27FC236}">
                <a16:creationId xmlns:a16="http://schemas.microsoft.com/office/drawing/2014/main" id="{49782CF4-2AFA-4968-A956-7662855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8">
            <a:extLst xmlns:a="http://schemas.openxmlformats.org/drawingml/2006/main">
              <a:ext uri="{FF2B5EF4-FFF2-40B4-BE49-F238E27FC236}">
                <a16:creationId xmlns:a16="http://schemas.microsoft.com/office/drawing/2014/main" id="{53A949C7-23A3-44B1-A122-5BE2AF90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0" name="shape-639">
            <a:extLst xmlns:a="http://schemas.openxmlformats.org/drawingml/2006/main">
              <a:ext uri="{FF2B5EF4-FFF2-40B4-BE49-F238E27FC236}">
                <a16:creationId xmlns:a16="http://schemas.microsoft.com/office/drawing/2014/main" id="{82EA2742-5A13-4E31-B7E3-500B8415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40">
            <a:extLst xmlns:a="http://schemas.openxmlformats.org/drawingml/2006/main">
              <a:ext uri="{FF2B5EF4-FFF2-40B4-BE49-F238E27FC236}">
                <a16:creationId xmlns:a16="http://schemas.microsoft.com/office/drawing/2014/main" id="{99CEE196-D468-42B1-8602-86FEBB4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2" name="shape-641">
            <a:extLst xmlns:a="http://schemas.openxmlformats.org/drawingml/2006/main">
              <a:ext uri="{FF2B5EF4-FFF2-40B4-BE49-F238E27FC236}">
                <a16:creationId xmlns:a16="http://schemas.microsoft.com/office/drawing/2014/main" id="{61161A70-06A4-4F29-BE29-97B89634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42">
            <a:extLst xmlns:a="http://schemas.openxmlformats.org/drawingml/2006/main">
              <a:ext uri="{FF2B5EF4-FFF2-40B4-BE49-F238E27FC236}">
                <a16:creationId xmlns:a16="http://schemas.microsoft.com/office/drawing/2014/main" id="{4F74B728-8272-41FC-B6DD-EC0E033E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4" name="shape-643">
            <a:extLst xmlns:a="http://schemas.openxmlformats.org/drawingml/2006/main">
              <a:ext uri="{FF2B5EF4-FFF2-40B4-BE49-F238E27FC236}">
                <a16:creationId xmlns:a16="http://schemas.microsoft.com/office/drawing/2014/main" id="{A23C08B0-9AB2-4DE3-95B1-CBE9ADE5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4">
            <a:extLst xmlns:a="http://schemas.openxmlformats.org/drawingml/2006/main">
              <a:ext uri="{FF2B5EF4-FFF2-40B4-BE49-F238E27FC236}">
                <a16:creationId xmlns:a16="http://schemas.microsoft.com/office/drawing/2014/main" id="{EB55481C-9C47-4D04-A2E1-FBCFC06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6" name="shape-645">
            <a:extLst xmlns:a="http://schemas.openxmlformats.org/drawingml/2006/main">
              <a:ext uri="{FF2B5EF4-FFF2-40B4-BE49-F238E27FC236}">
                <a16:creationId xmlns:a16="http://schemas.microsoft.com/office/drawing/2014/main" id="{CD5ED655-51BB-4E90-9D46-BAC78FF3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46">
            <a:extLst xmlns:a="http://schemas.openxmlformats.org/drawingml/2006/main">
              <a:ext uri="{FF2B5EF4-FFF2-40B4-BE49-F238E27FC236}">
                <a16:creationId xmlns:a16="http://schemas.microsoft.com/office/drawing/2014/main" id="{E8D85605-C5BC-45A5-BB02-FBC9F5D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8" name="shape-647">
            <a:extLst xmlns:a="http://schemas.openxmlformats.org/drawingml/2006/main">
              <a:ext uri="{FF2B5EF4-FFF2-40B4-BE49-F238E27FC236}">
                <a16:creationId xmlns:a16="http://schemas.microsoft.com/office/drawing/2014/main" id="{42DA6F3D-6D59-4E4E-991B-53C12615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48">
            <a:extLst xmlns:a="http://schemas.openxmlformats.org/drawingml/2006/main">
              <a:ext uri="{FF2B5EF4-FFF2-40B4-BE49-F238E27FC236}">
                <a16:creationId xmlns:a16="http://schemas.microsoft.com/office/drawing/2014/main" id="{EEE55CC4-5959-453E-AF31-FB268BE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20" name="shape-649">
            <a:extLst xmlns:a="http://schemas.openxmlformats.org/drawingml/2006/main">
              <a:ext uri="{FF2B5EF4-FFF2-40B4-BE49-F238E27FC236}">
                <a16:creationId xmlns:a16="http://schemas.microsoft.com/office/drawing/2014/main" id="{02593C24-2672-41E3-9626-D13E8D6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650">
            <a:extLst xmlns:a="http://schemas.openxmlformats.org/drawingml/2006/main">
              <a:ext uri="{FF2B5EF4-FFF2-40B4-BE49-F238E27FC236}">
                <a16:creationId xmlns:a16="http://schemas.microsoft.com/office/drawing/2014/main" id="{2CAFD8F0-D363-4C1D-BE26-47ADDC4A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2" name="shape-651">
            <a:extLst xmlns:a="http://schemas.openxmlformats.org/drawingml/2006/main">
              <a:ext uri="{FF2B5EF4-FFF2-40B4-BE49-F238E27FC236}">
                <a16:creationId xmlns:a16="http://schemas.microsoft.com/office/drawing/2014/main" id="{003A8E35-5D10-4475-AD76-9C69712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52">
            <a:extLst xmlns:a="http://schemas.openxmlformats.org/drawingml/2006/main">
              <a:ext uri="{FF2B5EF4-FFF2-40B4-BE49-F238E27FC236}">
                <a16:creationId xmlns:a16="http://schemas.microsoft.com/office/drawing/2014/main" id="{0FC7FF7D-6325-4765-99D9-9C2F0E3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24" name="shape-653">
            <a:extLst xmlns:a="http://schemas.openxmlformats.org/drawingml/2006/main">
              <a:ext uri="{FF2B5EF4-FFF2-40B4-BE49-F238E27FC236}">
                <a16:creationId xmlns:a16="http://schemas.microsoft.com/office/drawing/2014/main" id="{229EA6CD-6158-46D1-85D9-D4D6ED1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654">
            <a:extLst xmlns:a="http://schemas.openxmlformats.org/drawingml/2006/main">
              <a:ext uri="{FF2B5EF4-FFF2-40B4-BE49-F238E27FC236}">
                <a16:creationId xmlns:a16="http://schemas.microsoft.com/office/drawing/2014/main" id="{CE81792C-53AD-4F1B-B3E7-B5431D97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6" name="shape-655">
            <a:extLst xmlns:a="http://schemas.openxmlformats.org/drawingml/2006/main">
              <a:ext uri="{FF2B5EF4-FFF2-40B4-BE49-F238E27FC236}">
                <a16:creationId xmlns:a16="http://schemas.microsoft.com/office/drawing/2014/main" id="{57EE480D-6BB9-4E74-BF2C-2B481547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656">
            <a:extLst xmlns:a="http://schemas.openxmlformats.org/drawingml/2006/main">
              <a:ext uri="{FF2B5EF4-FFF2-40B4-BE49-F238E27FC236}">
                <a16:creationId xmlns:a16="http://schemas.microsoft.com/office/drawing/2014/main" id="{06762E0B-BDC3-43EC-BF89-4C59089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28" name="shape-657">
            <a:extLst xmlns:a="http://schemas.openxmlformats.org/drawingml/2006/main">
              <a:ext uri="{FF2B5EF4-FFF2-40B4-BE49-F238E27FC236}">
                <a16:creationId xmlns:a16="http://schemas.microsoft.com/office/drawing/2014/main" id="{F1B99EBE-58B0-4BBA-9427-AF6647E4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658">
            <a:extLst xmlns:a="http://schemas.openxmlformats.org/drawingml/2006/main">
              <a:ext uri="{FF2B5EF4-FFF2-40B4-BE49-F238E27FC236}">
                <a16:creationId xmlns:a16="http://schemas.microsoft.com/office/drawing/2014/main" id="{564D9929-2C91-4B13-85F1-A28A3B8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0" name="shape-659">
            <a:extLst xmlns:a="http://schemas.openxmlformats.org/drawingml/2006/main">
              <a:ext uri="{FF2B5EF4-FFF2-40B4-BE49-F238E27FC236}">
                <a16:creationId xmlns:a16="http://schemas.microsoft.com/office/drawing/2014/main" id="{139429D6-1D50-47BE-86AE-226B1ABB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8896350" cy="647700"/>
          </a:xfrm>
          <a:prstGeom xmlns:a="http://schemas.openxmlformats.org/drawingml/2006/main" prst="roundRect">
            <a:avLst>
              <a:gd name="adj" fmla="val 264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1" name="shape-660">
            <a:extLst xmlns:a="http://schemas.openxmlformats.org/drawingml/2006/main">
              <a:ext uri="{FF2B5EF4-FFF2-40B4-BE49-F238E27FC236}">
                <a16:creationId xmlns:a16="http://schemas.microsoft.com/office/drawing/2014/main" id="{7C2DADFD-84C6-4556-885C-682B690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1657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661">
            <a:extLst xmlns:a="http://schemas.openxmlformats.org/drawingml/2006/main">
              <a:ext uri="{FF2B5EF4-FFF2-40B4-BE49-F238E27FC236}">
                <a16:creationId xmlns:a16="http://schemas.microsoft.com/office/drawing/2014/main" id="{06F64DD9-AA5A-4CF3-8419-FBD9DC88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053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WINDOW = 12 messages</a:t>
            </a:r>
          </a:p>
        </p:txBody>
      </p:sp>
      <p:sp>
        <p:nvSpPr>
          <p:cNvPr id="33" name="shape-662">
            <a:extLst xmlns:a="http://schemas.openxmlformats.org/drawingml/2006/main">
              <a:ext uri="{FF2B5EF4-FFF2-40B4-BE49-F238E27FC236}">
                <a16:creationId xmlns:a16="http://schemas.microsoft.com/office/drawing/2014/main" id="{AAA9E18F-A02E-4C00-B2DF-5CB822D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663">
            <a:extLst xmlns:a="http://schemas.openxmlformats.org/drawingml/2006/main">
              <a:ext uri="{FF2B5EF4-FFF2-40B4-BE49-F238E27FC236}">
                <a16:creationId xmlns:a16="http://schemas.microsoft.com/office/drawing/2014/main" id="{7C958E43-32AF-48F6-BA7B-2E0DBE9C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05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PERSIST</a:t>
            </a:r>
          </a:p>
        </p:txBody>
      </p:sp>
      <p:sp>
        <p:nvSpPr>
          <p:cNvPr id="35" name="text-664">
            <a:extLst xmlns:a="http://schemas.openxmlformats.org/drawingml/2006/main">
              <a:ext uri="{FF2B5EF4-FFF2-40B4-BE49-F238E27FC236}">
                <a16:creationId xmlns:a16="http://schemas.microsoft.com/office/drawing/2014/main" id="{4965F44C-4E18-4F8A-9BCC-CEE910B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每轮写入 agent_conversation；重启后加载最近 12 条。</a:t>
            </a:r>
          </a:p>
        </p:txBody>
      </p:sp>
      <p:sp>
        <p:nvSpPr>
          <p:cNvPr id="36" name="shape-665">
            <a:extLst xmlns:a="http://schemas.openxmlformats.org/drawingml/2006/main">
              <a:ext uri="{FF2B5EF4-FFF2-40B4-BE49-F238E27FC236}">
                <a16:creationId xmlns:a16="http://schemas.microsoft.com/office/drawing/2014/main" id="{D7D6B788-73FF-465B-A6AE-B0E6FCB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889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7" name="text-666">
            <a:extLst xmlns:a="http://schemas.openxmlformats.org/drawingml/2006/main">
              <a:ext uri="{FF2B5EF4-FFF2-40B4-BE49-F238E27FC236}">
                <a16:creationId xmlns:a16="http://schemas.microsoft.com/office/drawing/2014/main" id="{5B58DBDD-662C-4D00-8F7E-D082C1A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Session A ≠ Session B  ·  同一 user 也不会串话</a:t>
            </a:r>
          </a:p>
        </p:txBody>
      </p:sp>
      <p:sp>
        <p:nvSpPr>
          <p:cNvPr id="38" name="line-667">
            <a:extLst xmlns:a="http://schemas.openxmlformats.org/drawingml/2006/main">
              <a:ext uri="{FF2B5EF4-FFF2-40B4-BE49-F238E27FC236}">
                <a16:creationId xmlns:a16="http://schemas.microsoft.com/office/drawing/2014/main" id="{A1501F16-BCB6-4DDD-8E30-63C1D79F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9" name="text-668">
            <a:extLst xmlns:a="http://schemas.openxmlformats.org/drawingml/2006/main">
              <a:ext uri="{FF2B5EF4-FFF2-40B4-BE49-F238E27FC236}">
                <a16:creationId xmlns:a16="http://schemas.microsoft.com/office/drawing/2014/main" id="{A280624B-9A54-4B88-BEB5-10D8E12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agent memory deque · agent_conversation schema</a:t>
            </a:r>
          </a:p>
        </p:txBody>
      </p:sp>
      <p:sp>
        <p:nvSpPr>
          <p:cNvPr id="40" name="text-669">
            <a:extLst xmlns:a="http://schemas.openxmlformats.org/drawingml/2006/main">
              <a:ext uri="{FF2B5EF4-FFF2-40B4-BE49-F238E27FC236}">
                <a16:creationId xmlns:a16="http://schemas.microsoft.com/office/drawing/2014/main" id="{27A4F3F7-5895-4C6F-9674-2DA8A1AD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125844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670">
            <a:extLst xmlns:a="http://schemas.openxmlformats.org/drawingml/2006/main">
              <a:ext uri="{FF2B5EF4-FFF2-40B4-BE49-F238E27FC236}">
                <a16:creationId xmlns:a16="http://schemas.microsoft.com/office/drawing/2014/main" id="{513215A2-6AB0-4E34-B10E-C5ECDD2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07 · LONG MEMORY WRITE</a:t>
            </a:r>
          </a:p>
        </p:txBody>
      </p:sp>
      <p:sp>
        <p:nvSpPr>
          <p:cNvPr id="2" name="text-671">
            <a:extLst xmlns:a="http://schemas.openxmlformats.org/drawingml/2006/main">
              <a:ext uri="{FF2B5EF4-FFF2-40B4-BE49-F238E27FC236}">
                <a16:creationId xmlns:a16="http://schemas.microsoft.com/office/drawing/2014/main" id="{C1F5150E-4A80-4C56-8F3E-3BEE0A9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长期记忆把偏好变成可更新的数据</a:t>
            </a:r>
          </a:p>
        </p:txBody>
      </p:sp>
      <p:sp>
        <p:nvSpPr>
          <p:cNvPr id="3" name="text-672">
            <a:extLst xmlns:a="http://schemas.openxmlformats.org/drawingml/2006/main">
              <a:ext uri="{FF2B5EF4-FFF2-40B4-BE49-F238E27FC236}">
                <a16:creationId xmlns:a16="http://schemas.microsoft.com/office/drawing/2014/main" id="{5EE4D026-15E3-45DE-9263-F10E0F7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对话结束后提炼标签；重复偏好加权但封顶，避免一次偶然表达永久主导推荐。</a:t>
            </a:r>
          </a:p>
        </p:txBody>
      </p:sp>
      <p:sp>
        <p:nvSpPr>
          <p:cNvPr id="4" name="line-673">
            <a:extLst xmlns:a="http://schemas.openxmlformats.org/drawingml/2006/main">
              <a:ext uri="{FF2B5EF4-FFF2-40B4-BE49-F238E27FC236}">
                <a16:creationId xmlns:a16="http://schemas.microsoft.com/office/drawing/2014/main" id="{B9C90975-E33A-43ED-9156-56C1B429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674">
            <a:extLst xmlns:a="http://schemas.openxmlformats.org/drawingml/2006/main">
              <a:ext uri="{FF2B5EF4-FFF2-40B4-BE49-F238E27FC236}">
                <a16:creationId xmlns:a16="http://schemas.microsoft.com/office/drawing/2014/main" id="{9178BFAD-74D5-483F-BAD2-366402DE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955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text-675">
            <a:extLst xmlns:a="http://schemas.openxmlformats.org/drawingml/2006/main">
              <a:ext uri="{FF2B5EF4-FFF2-40B4-BE49-F238E27FC236}">
                <a16:creationId xmlns:a16="http://schemas.microsoft.com/office/drawing/2014/main" id="{8F97B3F4-9672-4579-AE30-455457E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Conversation</a:t>
            </a:r>
          </a:p>
        </p:txBody>
      </p:sp>
      <p:sp>
        <p:nvSpPr>
          <p:cNvPr id="7" name="text-676">
            <a:extLst xmlns:a="http://schemas.openxmlformats.org/drawingml/2006/main">
              <a:ext uri="{FF2B5EF4-FFF2-40B4-BE49-F238E27FC236}">
                <a16:creationId xmlns:a16="http://schemas.microsoft.com/office/drawing/2014/main" id="{126D9EC8-0949-40B1-9B97-5051159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“我喜欢机械键盘”</a:t>
            </a:r>
          </a:p>
        </p:txBody>
      </p:sp>
      <p:sp>
        <p:nvSpPr>
          <p:cNvPr id="8" name="shape-677">
            <a:extLst xmlns:a="http://schemas.openxmlformats.org/drawingml/2006/main">
              <a:ext uri="{FF2B5EF4-FFF2-40B4-BE49-F238E27FC236}">
                <a16:creationId xmlns:a16="http://schemas.microsoft.com/office/drawing/2014/main" id="{1653D86B-06B5-4E18-BBA7-4E53CA3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678">
            <a:extLst xmlns:a="http://schemas.openxmlformats.org/drawingml/2006/main">
              <a:ext uri="{FF2B5EF4-FFF2-40B4-BE49-F238E27FC236}">
                <a16:creationId xmlns:a16="http://schemas.microsoft.com/office/drawing/2014/main" id="{B5C86A5F-8BD9-4DD9-8B76-23B64EF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0955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0" name="text-679">
            <a:extLst xmlns:a="http://schemas.openxmlformats.org/drawingml/2006/main">
              <a:ext uri="{FF2B5EF4-FFF2-40B4-BE49-F238E27FC236}">
                <a16:creationId xmlns:a16="http://schemas.microsoft.com/office/drawing/2014/main" id="{EA5C97D5-F6DE-442A-A70F-CE5BDFC5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03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Extract</a:t>
            </a:r>
          </a:p>
        </p:txBody>
      </p:sp>
      <p:sp>
        <p:nvSpPr>
          <p:cNvPr id="11" name="text-680">
            <a:extLst xmlns:a="http://schemas.openxmlformats.org/drawingml/2006/main">
              <a:ext uri="{FF2B5EF4-FFF2-40B4-BE49-F238E27FC236}">
                <a16:creationId xmlns:a16="http://schemas.microsoft.com/office/drawing/2014/main" id="{E30F294C-B386-4BA2-814A-233AE00D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rule / optional LLM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JSON tags</a:t>
            </a:r>
          </a:p>
        </p:txBody>
      </p:sp>
      <p:sp>
        <p:nvSpPr>
          <p:cNvPr id="12" name="shape-681">
            <a:extLst xmlns:a="http://schemas.openxmlformats.org/drawingml/2006/main">
              <a:ext uri="{FF2B5EF4-FFF2-40B4-BE49-F238E27FC236}">
                <a16:creationId xmlns:a16="http://schemas.microsoft.com/office/drawing/2014/main" id="{43589F2E-1721-4064-A312-351DA523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682">
            <a:extLst xmlns:a="http://schemas.openxmlformats.org/drawingml/2006/main">
              <a:ext uri="{FF2B5EF4-FFF2-40B4-BE49-F238E27FC236}">
                <a16:creationId xmlns:a16="http://schemas.microsoft.com/office/drawing/2014/main" id="{0FEA7AA0-9EA8-42BC-BEE2-F5C0FCC3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20955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text-683">
            <a:extLst xmlns:a="http://schemas.openxmlformats.org/drawingml/2006/main">
              <a:ext uri="{FF2B5EF4-FFF2-40B4-BE49-F238E27FC236}">
                <a16:creationId xmlns:a16="http://schemas.microsoft.com/office/drawing/2014/main" id="{6FF076B4-ABF3-4E48-BB7D-6932102A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Upsert</a:t>
            </a:r>
          </a:p>
        </p:txBody>
      </p:sp>
      <p:sp>
        <p:nvSpPr>
          <p:cNvPr id="15" name="text-684">
            <a:extLst xmlns:a="http://schemas.openxmlformats.org/drawingml/2006/main">
              <a:ext uri="{FF2B5EF4-FFF2-40B4-BE49-F238E27FC236}">
                <a16:creationId xmlns:a16="http://schemas.microsoft.com/office/drawing/2014/main" id="{41FA57BE-EBA6-4D03-97B4-EFD40A8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user_id + tag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weight += 0.1</a:t>
            </a:r>
          </a:p>
        </p:txBody>
      </p:sp>
      <p:sp>
        <p:nvSpPr>
          <p:cNvPr id="16" name="shape-685">
            <a:extLst xmlns:a="http://schemas.openxmlformats.org/drawingml/2006/main">
              <a:ext uri="{FF2B5EF4-FFF2-40B4-BE49-F238E27FC236}">
                <a16:creationId xmlns:a16="http://schemas.microsoft.com/office/drawing/2014/main" id="{F2E9A35D-477F-4807-BD4B-1BBF3E15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686">
            <a:extLst xmlns:a="http://schemas.openxmlformats.org/drawingml/2006/main">
              <a:ext uri="{FF2B5EF4-FFF2-40B4-BE49-F238E27FC236}">
                <a16:creationId xmlns:a16="http://schemas.microsoft.com/office/drawing/2014/main" id="{0BB551BF-F269-4591-9BD0-24A1803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18669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8" name="text-687">
            <a:extLst xmlns:a="http://schemas.openxmlformats.org/drawingml/2006/main">
              <a:ext uri="{FF2B5EF4-FFF2-40B4-BE49-F238E27FC236}">
                <a16:creationId xmlns:a16="http://schemas.microsoft.com/office/drawing/2014/main" id="{BDCAA14A-CE14-42FE-9DE5-ABBB0E1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0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</p:txBody>
      </p:sp>
      <p:sp>
        <p:nvSpPr>
          <p:cNvPr id="19" name="text-688">
            <a:extLst xmlns:a="http://schemas.openxmlformats.org/drawingml/2006/main">
              <a:ext uri="{FF2B5EF4-FFF2-40B4-BE49-F238E27FC236}">
                <a16:creationId xmlns:a16="http://schemas.microsoft.com/office/drawing/2014/main" id="{8B6A083F-3FC0-4F5F-A25D-0E5C241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160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top 3 on next session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cap = 2.0</a:t>
            </a:r>
          </a:p>
        </p:txBody>
      </p:sp>
      <p:sp>
        <p:nvSpPr>
          <p:cNvPr id="20" name="shape-689">
            <a:extLst xmlns:a="http://schemas.openxmlformats.org/drawingml/2006/main">
              <a:ext uri="{FF2B5EF4-FFF2-40B4-BE49-F238E27FC236}">
                <a16:creationId xmlns:a16="http://schemas.microsoft.com/office/drawing/2014/main" id="{3F934DA8-5310-445C-93A1-582ED847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690">
            <a:extLst xmlns:a="http://schemas.openxmlformats.org/drawingml/2006/main">
              <a:ext uri="{FF2B5EF4-FFF2-40B4-BE49-F238E27FC236}">
                <a16:creationId xmlns:a16="http://schemas.microsoft.com/office/drawing/2014/main" id="{81811383-737F-4E93-9690-FB565D2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004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691">
            <a:extLst xmlns:a="http://schemas.openxmlformats.org/drawingml/2006/main">
              <a:ext uri="{FF2B5EF4-FFF2-40B4-BE49-F238E27FC236}">
                <a16:creationId xmlns:a16="http://schemas.microsoft.com/office/drawing/2014/main" id="{CEA44227-6C6E-4A54-BC41-6DAE507F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692">
            <a:extLst xmlns:a="http://schemas.openxmlformats.org/drawingml/2006/main">
              <a:ext uri="{FF2B5EF4-FFF2-40B4-BE49-F238E27FC236}">
                <a16:creationId xmlns:a16="http://schemas.microsoft.com/office/drawing/2014/main" id="{D3627788-FD8E-46BA-AAF1-3400D55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693">
            <a:extLst xmlns:a="http://schemas.openxmlformats.org/drawingml/2006/main">
              <a:ext uri="{FF2B5EF4-FFF2-40B4-BE49-F238E27FC236}">
                <a16:creationId xmlns:a16="http://schemas.microsoft.com/office/drawing/2014/main" id="{BA2C50E5-F2CD-4550-8F06-0E55341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4095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694">
            <a:extLst xmlns:a="http://schemas.openxmlformats.org/drawingml/2006/main">
              <a:ext uri="{FF2B5EF4-FFF2-40B4-BE49-F238E27FC236}">
                <a16:creationId xmlns:a16="http://schemas.microsoft.com/office/drawing/2014/main" id="{20718A10-1C54-4F55-AD28-4E27BAF8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1085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95">
            <a:extLst xmlns:a="http://schemas.openxmlformats.org/drawingml/2006/main">
              <a:ext uri="{FF2B5EF4-FFF2-40B4-BE49-F238E27FC236}">
                <a16:creationId xmlns:a16="http://schemas.microsoft.com/office/drawing/2014/main" id="{3299A374-7311-4E4E-A699-F8EBE5C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012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SOURCE TRACE</a:t>
            </a:r>
          </a:p>
        </p:txBody>
      </p:sp>
      <p:sp>
        <p:nvSpPr>
          <p:cNvPr id="27" name="text-696">
            <a:extLst xmlns:a="http://schemas.openxmlformats.org/drawingml/2006/main">
              <a:ext uri="{FF2B5EF4-FFF2-40B4-BE49-F238E27FC236}">
                <a16:creationId xmlns:a16="http://schemas.microsoft.com/office/drawing/2014/main" id="{F467D5BF-D3CC-402D-8B30-93E05E6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317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tag = "机械键盘"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weight: 1.00 → 1.10</a:t>
            </a:r>
          </a:p>
          <a:p xmlns:a="http://schemas.openxmlformats.org/drawingml/2006/main">
            <a:pPr algn="l">
              <a:def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unique(user_id, preference_tag)</a:t>
            </a:r>
          </a:p>
        </p:txBody>
      </p:sp>
      <p:sp>
        <p:nvSpPr>
          <p:cNvPr id="28" name="shape-697">
            <a:extLst xmlns:a="http://schemas.openxmlformats.org/drawingml/2006/main">
              <a:ext uri="{FF2B5EF4-FFF2-40B4-BE49-F238E27FC236}">
                <a16:creationId xmlns:a16="http://schemas.microsoft.com/office/drawing/2014/main" id="{ACFC5AB5-13EC-41BB-A089-E2A2177F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9" name="shape-698">
            <a:extLst xmlns:a="http://schemas.openxmlformats.org/drawingml/2006/main">
              <a:ext uri="{FF2B5EF4-FFF2-40B4-BE49-F238E27FC236}">
                <a16:creationId xmlns:a16="http://schemas.microsoft.com/office/drawing/2014/main" id="{7368BD33-FAE4-4249-A6EC-D91976D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1181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699">
            <a:extLst xmlns:a="http://schemas.openxmlformats.org/drawingml/2006/main">
              <a:ext uri="{FF2B5EF4-FFF2-40B4-BE49-F238E27FC236}">
                <a16:creationId xmlns:a16="http://schemas.microsoft.com/office/drawing/2014/main" id="{6EE3A73A-41CE-42A1-8E26-2570C28A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863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IT MATTERS</a:t>
            </a:r>
          </a:p>
        </p:txBody>
      </p:sp>
      <p:sp>
        <p:nvSpPr>
          <p:cNvPr id="31" name="text-700">
            <a:extLst xmlns:a="http://schemas.openxmlformats.org/drawingml/2006/main">
              <a:ext uri="{FF2B5EF4-FFF2-40B4-BE49-F238E27FC236}">
                <a16:creationId xmlns:a16="http://schemas.microsoft.com/office/drawing/2014/main" id="{705CCB99-A814-45E4-B37E-C51B111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偏好落在数据库里，下一次会话能复核，而不是只停留在 prompt。</a:t>
            </a:r>
          </a:p>
        </p:txBody>
      </p:sp>
      <p:sp>
        <p:nvSpPr>
          <p:cNvPr id="32" name="line-701">
            <a:extLst xmlns:a="http://schemas.openxmlformats.org/drawingml/2006/main">
              <a:ext uri="{FF2B5EF4-FFF2-40B4-BE49-F238E27FC236}">
                <a16:creationId xmlns:a16="http://schemas.microsoft.com/office/drawing/2014/main" id="{1F0E0F90-9558-421A-8D59-E5C8C24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3" name="text-702">
            <a:extLst xmlns:a="http://schemas.openxmlformats.org/drawingml/2006/main">
              <a:ext uri="{FF2B5EF4-FFF2-40B4-BE49-F238E27FC236}">
                <a16:creationId xmlns:a16="http://schemas.microsoft.com/office/drawing/2014/main" id="{DFE8E67D-DD0D-4B6B-9D02-AD03728E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extract_preferences · user_preference · preference upsert</a:t>
            </a:r>
          </a:p>
        </p:txBody>
      </p:sp>
      <p:sp>
        <p:nvSpPr>
          <p:cNvPr id="34" name="text-703">
            <a:extLst xmlns:a="http://schemas.openxmlformats.org/drawingml/2006/main">
              <a:ext uri="{FF2B5EF4-FFF2-40B4-BE49-F238E27FC236}">
                <a16:creationId xmlns:a16="http://schemas.microsoft.com/office/drawing/2014/main" id="{35C597DF-F058-4AF1-978A-91E9770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333121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04">
            <a:extLst xmlns:a="http://schemas.openxmlformats.org/drawingml/2006/main">
              <a:ext uri="{FF2B5EF4-FFF2-40B4-BE49-F238E27FC236}">
                <a16:creationId xmlns:a16="http://schemas.microsoft.com/office/drawing/2014/main" id="{5C460B07-D84E-45BE-AB8C-9245F8D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08 · CROSS-SESSION MEMORY</a:t>
            </a:r>
          </a:p>
        </p:txBody>
      </p:sp>
      <p:sp>
        <p:nvSpPr>
          <p:cNvPr id="2" name="text-705">
            <a:extLst xmlns:a="http://schemas.openxmlformats.org/drawingml/2006/main">
              <a:ext uri="{FF2B5EF4-FFF2-40B4-BE49-F238E27FC236}">
                <a16:creationId xmlns:a16="http://schemas.microsoft.com/office/drawing/2014/main" id="{03BB468A-1304-4175-9209-0112E9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新会话读取Top 3偏好，跨Session仍记得</a:t>
            </a:r>
          </a:p>
        </p:txBody>
      </p:sp>
      <p:sp>
        <p:nvSpPr>
          <p:cNvPr id="3" name="text-706">
            <a:extLst xmlns:a="http://schemas.openxmlformats.org/drawingml/2006/main">
              <a:ext uri="{FF2B5EF4-FFF2-40B4-BE49-F238E27FC236}">
                <a16:creationId xmlns:a16="http://schemas.microsoft.com/office/drawing/2014/main" id="{B81F5269-F9D0-44E4-9FAD-85B04CB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Session A 写入事实，Session B 只读取高权重标签并温和注入 system prompt。</a:t>
            </a:r>
          </a:p>
        </p:txBody>
      </p:sp>
      <p:sp>
        <p:nvSpPr>
          <p:cNvPr id="4" name="shape-707">
            <a:extLst xmlns:a="http://schemas.openxmlformats.org/drawingml/2006/main">
              <a:ext uri="{FF2B5EF4-FFF2-40B4-BE49-F238E27FC236}">
                <a16:creationId xmlns:a16="http://schemas.microsoft.com/office/drawing/2014/main" id="{287FADFB-E041-4D67-9966-E0C8DC72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8575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" name="shape-708">
            <a:extLst xmlns:a="http://schemas.openxmlformats.org/drawingml/2006/main">
              <a:ext uri="{FF2B5EF4-FFF2-40B4-BE49-F238E27FC236}">
                <a16:creationId xmlns:a16="http://schemas.microsoft.com/office/drawing/2014/main" id="{9861ED15-32F7-44C2-86CD-290E4DCD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709">
            <a:extLst xmlns:a="http://schemas.openxmlformats.org/drawingml/2006/main">
              <a:ext uri="{FF2B5EF4-FFF2-40B4-BE49-F238E27FC236}">
                <a16:creationId xmlns:a16="http://schemas.microsoft.com/office/drawing/2014/main" id="{6C576535-858A-413D-985C-0768BAFA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SESSION A</a:t>
            </a:r>
          </a:p>
        </p:txBody>
      </p:sp>
      <p:sp>
        <p:nvSpPr>
          <p:cNvPr id="7" name="text-710">
            <a:extLst xmlns:a="http://schemas.openxmlformats.org/drawingml/2006/main">
              <a:ext uri="{FF2B5EF4-FFF2-40B4-BE49-F238E27FC236}">
                <a16:creationId xmlns:a16="http://schemas.microsoft.com/office/drawing/2014/main" id="{4EA7BBC1-A787-4107-A203-A3675D6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用户：我喜欢机械键盘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Agent：记录偏好</a:t>
            </a:r>
          </a:p>
        </p:txBody>
      </p:sp>
      <p:sp>
        <p:nvSpPr>
          <p:cNvPr id="8" name="shape-711">
            <a:extLst xmlns:a="http://schemas.openxmlformats.org/drawingml/2006/main">
              <a:ext uri="{FF2B5EF4-FFF2-40B4-BE49-F238E27FC236}">
                <a16:creationId xmlns:a16="http://schemas.microsoft.com/office/drawing/2014/main" id="{22CF038A-3CC5-46A6-AFE6-1A8E9943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7660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712">
            <a:extLst xmlns:a="http://schemas.openxmlformats.org/drawingml/2006/main">
              <a:ext uri="{FF2B5EF4-FFF2-40B4-BE49-F238E27FC236}">
                <a16:creationId xmlns:a16="http://schemas.microsoft.com/office/drawing/2014/main" id="{4DDB1335-4BC0-47C8-8033-7717892B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0" name="shape-713">
            <a:extLst xmlns:a="http://schemas.openxmlformats.org/drawingml/2006/main">
              <a:ext uri="{FF2B5EF4-FFF2-40B4-BE49-F238E27FC236}">
                <a16:creationId xmlns:a16="http://schemas.microsoft.com/office/drawing/2014/main" id="{683D280F-082E-431A-AE8D-5149EC9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1460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14">
            <a:extLst xmlns:a="http://schemas.openxmlformats.org/drawingml/2006/main">
              <a:ext uri="{FF2B5EF4-FFF2-40B4-BE49-F238E27FC236}">
                <a16:creationId xmlns:a16="http://schemas.microsoft.com/office/drawing/2014/main" id="{24D57A37-D4A4-4CD9-9D27-77A3E536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431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PREFERENCE ROW</a:t>
            </a:r>
          </a:p>
        </p:txBody>
      </p:sp>
      <p:sp>
        <p:nvSpPr>
          <p:cNvPr id="12" name="text-715">
            <a:extLst xmlns:a="http://schemas.openxmlformats.org/drawingml/2006/main">
              <a:ext uri="{FF2B5EF4-FFF2-40B4-BE49-F238E27FC236}">
                <a16:creationId xmlns:a16="http://schemas.microsoft.com/office/drawing/2014/main" id="{6F14A204-23A5-4993-A331-56EDB52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224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user_id = 5</a:t>
            </a:r>
          </a:p>
          <a:p xmlns:a="http://schemas.openxmlformats.org/drawingml/2006/main">
            <a:pPr algn="l">
              <a:def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tag = 机械键盘</a:t>
            </a:r>
          </a:p>
          <a:p xmlns:a="http://schemas.openxmlformats.org/drawingml/2006/main">
            <a:pPr algn="l">
              <a:def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weight = 1.10</a:t>
            </a:r>
          </a:p>
        </p:txBody>
      </p:sp>
      <p:sp>
        <p:nvSpPr>
          <p:cNvPr id="13" name="shape-716">
            <a:extLst xmlns:a="http://schemas.openxmlformats.org/drawingml/2006/main">
              <a:ext uri="{FF2B5EF4-FFF2-40B4-BE49-F238E27FC236}">
                <a16:creationId xmlns:a16="http://schemas.microsoft.com/office/drawing/2014/main" id="{D8F20BED-9712-4F0E-8309-5662A6A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660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717">
            <a:extLst xmlns:a="http://schemas.openxmlformats.org/drawingml/2006/main">
              <a:ext uri="{FF2B5EF4-FFF2-40B4-BE49-F238E27FC236}">
                <a16:creationId xmlns:a16="http://schemas.microsoft.com/office/drawing/2014/main" id="{0A03DE1A-A906-4905-960E-6BCE76A2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8575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5" name="shape-718">
            <a:extLst xmlns:a="http://schemas.openxmlformats.org/drawingml/2006/main">
              <a:ext uri="{FF2B5EF4-FFF2-40B4-BE49-F238E27FC236}">
                <a16:creationId xmlns:a16="http://schemas.microsoft.com/office/drawing/2014/main" id="{1794E5F3-3D53-4B95-BE79-06792B1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19">
            <a:extLst xmlns:a="http://schemas.openxmlformats.org/drawingml/2006/main">
              <a:ext uri="{FF2B5EF4-FFF2-40B4-BE49-F238E27FC236}">
                <a16:creationId xmlns:a16="http://schemas.microsoft.com/office/drawing/2014/main" id="{DF393B78-033A-44FE-ACEF-E1B2DE0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SESSION B</a:t>
            </a:r>
          </a:p>
        </p:txBody>
      </p:sp>
      <p:sp>
        <p:nvSpPr>
          <p:cNvPr id="17" name="text-720">
            <a:extLst xmlns:a="http://schemas.openxmlformats.org/drawingml/2006/main">
              <a:ext uri="{FF2B5EF4-FFF2-40B4-BE49-F238E27FC236}">
                <a16:creationId xmlns:a16="http://schemas.microsoft.com/office/drawing/2014/main" id="{3CFD8497-BF50-47E6-A6E0-2D0A1A2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5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system prompt：优先考虑键盘偏好</a:t>
            </a:r>
          </a:p>
          <a:p xmlns:a="http://schemas.openxmlformats.org/drawingml/2006/main">
            <a:pPr algn="l">
              <a:def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推荐：新品机械键盘</a:t>
            </a:r>
          </a:p>
        </p:txBody>
      </p:sp>
      <p:sp>
        <p:nvSpPr>
          <p:cNvPr id="18" name="shape-721">
            <a:extLst xmlns:a="http://schemas.openxmlformats.org/drawingml/2006/main">
              <a:ext uri="{FF2B5EF4-FFF2-40B4-BE49-F238E27FC236}">
                <a16:creationId xmlns:a16="http://schemas.microsoft.com/office/drawing/2014/main" id="{33478BB4-3BEB-48FD-9182-58C5DA20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9525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9" name="text-722">
            <a:extLst xmlns:a="http://schemas.openxmlformats.org/drawingml/2006/main">
              <a:ext uri="{FF2B5EF4-FFF2-40B4-BE49-F238E27FC236}">
                <a16:creationId xmlns:a16="http://schemas.microsoft.com/office/drawing/2014/main" id="{FD86EA5A-9EBA-449A-ACC8-59F7E56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902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演示方法：结束 Session A → 新建 Session B → 问“有什么新品推荐” → 观察推荐方向与表记录。</a:t>
            </a:r>
          </a:p>
        </p:txBody>
      </p:sp>
      <p:sp>
        <p:nvSpPr>
          <p:cNvPr id="20" name="line-723">
            <a:extLst xmlns:a="http://schemas.openxmlformats.org/drawingml/2006/main">
              <a:ext uri="{FF2B5EF4-FFF2-40B4-BE49-F238E27FC236}">
                <a16:creationId xmlns:a16="http://schemas.microsoft.com/office/drawing/2014/main" id="{1F31AC69-3B22-406E-B68B-4466517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1" name="text-724">
            <a:extLst xmlns:a="http://schemas.openxmlformats.org/drawingml/2006/main">
              <a:ext uri="{FF2B5EF4-FFF2-40B4-BE49-F238E27FC236}">
                <a16:creationId xmlns:a16="http://schemas.microsoft.com/office/drawing/2014/main" id="{F68AA74A-03C6-4004-BFF0-C4B9133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user_preference read path · new session smoke test</a:t>
            </a:r>
          </a:p>
        </p:txBody>
      </p:sp>
      <p:sp>
        <p:nvSpPr>
          <p:cNvPr id="22" name="text-725">
            <a:extLst xmlns:a="http://schemas.openxmlformats.org/drawingml/2006/main">
              <a:ext uri="{FF2B5EF4-FFF2-40B4-BE49-F238E27FC236}">
                <a16:creationId xmlns:a16="http://schemas.microsoft.com/office/drawing/2014/main" id="{A8D8BCC1-E218-4BC8-960A-691AF8BD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298206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6">
            <a:extLst xmlns:a="http://schemas.openxmlformats.org/drawingml/2006/main">
              <a:ext uri="{FF2B5EF4-FFF2-40B4-BE49-F238E27FC236}">
                <a16:creationId xmlns:a16="http://schemas.microsoft.com/office/drawing/2014/main" id="{EDC2F154-08D8-459F-AE88-79FE2571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09 · PURCHASE PLAN</a:t>
            </a:r>
          </a:p>
        </p:txBody>
      </p:sp>
      <p:sp>
        <p:nvSpPr>
          <p:cNvPr id="2" name="text-727">
            <a:extLst xmlns:a="http://schemas.openxmlformats.org/drawingml/2006/main">
              <a:ext uri="{FF2B5EF4-FFF2-40B4-BE49-F238E27FC236}">
                <a16:creationId xmlns:a16="http://schemas.microsoft.com/office/drawing/2014/main" id="{26D32B2B-30AE-48CA-A072-ED7B6DF0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多步购买方案先补齐需求，再搜索与计算</a:t>
            </a:r>
          </a:p>
        </p:txBody>
      </p:sp>
      <p:sp>
        <p:nvSpPr>
          <p:cNvPr id="3" name="text-728">
            <a:extLst xmlns:a="http://schemas.openxmlformats.org/drawingml/2006/main">
              <a:ext uri="{FF2B5EF4-FFF2-40B4-BE49-F238E27FC236}">
                <a16:creationId xmlns:a16="http://schemas.microsoft.com/office/drawing/2014/main" id="{7215BF2F-A861-4B69-B786-F34B8175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不完整就先追问；完整后才调用工具；加购必须停在确认点。</a:t>
            </a:r>
          </a:p>
        </p:txBody>
      </p:sp>
      <p:sp>
        <p:nvSpPr>
          <p:cNvPr id="4" name="line-729">
            <a:extLst xmlns:a="http://schemas.openxmlformats.org/drawingml/2006/main">
              <a:ext uri="{FF2B5EF4-FFF2-40B4-BE49-F238E27FC236}">
                <a16:creationId xmlns:a16="http://schemas.microsoft.com/office/drawing/2014/main" id="{5BF922AF-8D90-43B6-B4A3-603C948F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730">
            <a:extLst xmlns:a="http://schemas.openxmlformats.org/drawingml/2006/main">
              <a:ext uri="{FF2B5EF4-FFF2-40B4-BE49-F238E27FC236}">
                <a16:creationId xmlns:a16="http://schemas.microsoft.com/office/drawing/2014/main" id="{81DC7A2B-8B0A-4BDD-BB8B-CC591B2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731">
            <a:extLst xmlns:a="http://schemas.openxmlformats.org/drawingml/2006/main">
              <a:ext uri="{FF2B5EF4-FFF2-40B4-BE49-F238E27FC236}">
                <a16:creationId xmlns:a16="http://schemas.microsoft.com/office/drawing/2014/main" id="{7EFEDBA3-1E11-48FD-9D9A-9EF4C85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8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7" name="text-732">
            <a:extLst xmlns:a="http://schemas.openxmlformats.org/drawingml/2006/main">
              <a:ext uri="{FF2B5EF4-FFF2-40B4-BE49-F238E27FC236}">
                <a16:creationId xmlns:a16="http://schemas.microsoft.com/office/drawing/2014/main" id="{88BCF5BE-ED80-416E-92A6-C363411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385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补齐场景</a:t>
            </a:r>
          </a:p>
        </p:txBody>
      </p:sp>
      <p:sp>
        <p:nvSpPr>
          <p:cNvPr id="8" name="text-733">
            <a:extLst xmlns:a="http://schemas.openxmlformats.org/drawingml/2006/main">
              <a:ext uri="{FF2B5EF4-FFF2-40B4-BE49-F238E27FC236}">
                <a16:creationId xmlns:a16="http://schemas.microsoft.com/office/drawing/2014/main" id="{23BC13E9-1A29-4B56-BC11-322045D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跑步 / 办公 / 宿舍</a:t>
            </a:r>
          </a:p>
        </p:txBody>
      </p:sp>
      <p:sp>
        <p:nvSpPr>
          <p:cNvPr id="9" name="shape-734">
            <a:extLst xmlns:a="http://schemas.openxmlformats.org/drawingml/2006/main">
              <a:ext uri="{FF2B5EF4-FFF2-40B4-BE49-F238E27FC236}">
                <a16:creationId xmlns:a16="http://schemas.microsoft.com/office/drawing/2014/main" id="{530F9FB3-F729-4765-A9EE-4FD5A4A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35">
            <a:extLst xmlns:a="http://schemas.openxmlformats.org/drawingml/2006/main">
              <a:ext uri="{FF2B5EF4-FFF2-40B4-BE49-F238E27FC236}">
                <a16:creationId xmlns:a16="http://schemas.microsoft.com/office/drawing/2014/main" id="{9B8323A5-45FC-4DE1-A2E9-AADAA35D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8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1" name="text-736">
            <a:extLst xmlns:a="http://schemas.openxmlformats.org/drawingml/2006/main">
              <a:ext uri="{FF2B5EF4-FFF2-40B4-BE49-F238E27FC236}">
                <a16:creationId xmlns:a16="http://schemas.microsoft.com/office/drawing/2014/main" id="{CB51DC12-501A-415F-8954-F26C8BF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385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确认预算</a:t>
            </a:r>
          </a:p>
        </p:txBody>
      </p:sp>
      <p:sp>
        <p:nvSpPr>
          <p:cNvPr id="12" name="text-737">
            <a:extLst xmlns:a="http://schemas.openxmlformats.org/drawingml/2006/main">
              <a:ext uri="{FF2B5EF4-FFF2-40B4-BE49-F238E27FC236}">
                <a16:creationId xmlns:a16="http://schemas.microsoft.com/office/drawing/2014/main" id="{73F0D808-9EF7-429A-AA3D-19E529C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预算是必需条件</a:t>
            </a:r>
          </a:p>
        </p:txBody>
      </p:sp>
      <p:sp>
        <p:nvSpPr>
          <p:cNvPr id="13" name="shape-738">
            <a:extLst xmlns:a="http://schemas.openxmlformats.org/drawingml/2006/main">
              <a:ext uri="{FF2B5EF4-FFF2-40B4-BE49-F238E27FC236}">
                <a16:creationId xmlns:a16="http://schemas.microsoft.com/office/drawing/2014/main" id="{861475A6-B979-4E42-9E0B-D40D047D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39">
            <a:extLst xmlns:a="http://schemas.openxmlformats.org/drawingml/2006/main">
              <a:ext uri="{FF2B5EF4-FFF2-40B4-BE49-F238E27FC236}">
                <a16:creationId xmlns:a16="http://schemas.microsoft.com/office/drawing/2014/main" id="{6B252855-33C4-41D1-BC3B-93C9203F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8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5" name="text-740">
            <a:extLst xmlns:a="http://schemas.openxmlformats.org/drawingml/2006/main">
              <a:ext uri="{FF2B5EF4-FFF2-40B4-BE49-F238E27FC236}">
                <a16:creationId xmlns:a16="http://schemas.microsoft.com/office/drawing/2014/main" id="{3BDC67F0-3991-4B6E-8102-C6BA978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检索商品</a:t>
            </a:r>
          </a:p>
        </p:txBody>
      </p:sp>
      <p:sp>
        <p:nvSpPr>
          <p:cNvPr id="16" name="text-741">
            <a:extLst xmlns:a="http://schemas.openxmlformats.org/drawingml/2006/main">
              <a:ext uri="{FF2B5EF4-FFF2-40B4-BE49-F238E27FC236}">
                <a16:creationId xmlns:a16="http://schemas.microsoft.com/office/drawing/2014/main" id="{E23A18AF-F73E-4B81-A7D1-88AD03C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search_products</a:t>
            </a:r>
          </a:p>
        </p:txBody>
      </p:sp>
      <p:sp>
        <p:nvSpPr>
          <p:cNvPr id="17" name="shape-742">
            <a:extLst xmlns:a="http://schemas.openxmlformats.org/drawingml/2006/main">
              <a:ext uri="{FF2B5EF4-FFF2-40B4-BE49-F238E27FC236}">
                <a16:creationId xmlns:a16="http://schemas.microsoft.com/office/drawing/2014/main" id="{1447FDA9-C902-43B7-B96F-B16DCF06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743">
            <a:extLst xmlns:a="http://schemas.openxmlformats.org/drawingml/2006/main">
              <a:ext uri="{FF2B5EF4-FFF2-40B4-BE49-F238E27FC236}">
                <a16:creationId xmlns:a16="http://schemas.microsoft.com/office/drawing/2014/main" id="{A28704AD-5DF9-41E4-8E86-FD350E5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8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9" name="text-744">
            <a:extLst xmlns:a="http://schemas.openxmlformats.org/drawingml/2006/main">
              <a:ext uri="{FF2B5EF4-FFF2-40B4-BE49-F238E27FC236}">
                <a16:creationId xmlns:a16="http://schemas.microsoft.com/office/drawing/2014/main" id="{8719CB16-C7FE-49D3-96DA-97A6F4A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385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计算方案</a:t>
            </a:r>
          </a:p>
        </p:txBody>
      </p:sp>
      <p:sp>
        <p:nvSpPr>
          <p:cNvPr id="20" name="text-745">
            <a:extLst xmlns:a="http://schemas.openxmlformats.org/drawingml/2006/main">
              <a:ext uri="{FF2B5EF4-FFF2-40B4-BE49-F238E27FC236}">
                <a16:creationId xmlns:a16="http://schemas.microsoft.com/office/drawing/2014/main" id="{47C910FB-5CA5-4FF0-B0CC-084DCAF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build_purchase_plan ≤ 3</a:t>
            </a:r>
          </a:p>
        </p:txBody>
      </p:sp>
      <p:sp>
        <p:nvSpPr>
          <p:cNvPr id="21" name="shape-746">
            <a:extLst xmlns:a="http://schemas.openxmlformats.org/drawingml/2006/main">
              <a:ext uri="{FF2B5EF4-FFF2-40B4-BE49-F238E27FC236}">
                <a16:creationId xmlns:a16="http://schemas.microsoft.com/office/drawing/2014/main" id="{77C6C2EE-E7D3-4455-8D7F-307BDC2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747">
            <a:extLst xmlns:a="http://schemas.openxmlformats.org/drawingml/2006/main">
              <a:ext uri="{FF2B5EF4-FFF2-40B4-BE49-F238E27FC236}">
                <a16:creationId xmlns:a16="http://schemas.microsoft.com/office/drawing/2014/main" id="{4FDDCEC7-9354-42F4-A5FC-926C673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87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3" name="text-748">
            <a:extLst xmlns:a="http://schemas.openxmlformats.org/drawingml/2006/main">
              <a:ext uri="{FF2B5EF4-FFF2-40B4-BE49-F238E27FC236}">
                <a16:creationId xmlns:a16="http://schemas.microsoft.com/office/drawing/2014/main" id="{FC7AB321-7A8E-4D45-9932-1D8E1CC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确认加购</a:t>
            </a:r>
          </a:p>
        </p:txBody>
      </p:sp>
      <p:sp>
        <p:nvSpPr>
          <p:cNvPr id="24" name="text-749">
            <a:extLst xmlns:a="http://schemas.openxmlformats.org/drawingml/2006/main">
              <a:ext uri="{FF2B5EF4-FFF2-40B4-BE49-F238E27FC236}">
                <a16:creationId xmlns:a16="http://schemas.microsoft.com/office/drawing/2014/main" id="{0FCC2B57-AA58-46AA-A890-58F909C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add_to_cart 受控写入</a:t>
            </a:r>
          </a:p>
        </p:txBody>
      </p:sp>
      <p:sp>
        <p:nvSpPr>
          <p:cNvPr id="25" name="shape-750">
            <a:extLst xmlns:a="http://schemas.openxmlformats.org/drawingml/2006/main">
              <a:ext uri="{FF2B5EF4-FFF2-40B4-BE49-F238E27FC236}">
                <a16:creationId xmlns:a16="http://schemas.microsoft.com/office/drawing/2014/main" id="{D0384B9F-CAB4-49FE-9254-939B6DCA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9620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6" name="shape-751">
            <a:extLst xmlns:a="http://schemas.openxmlformats.org/drawingml/2006/main">
              <a:ext uri="{FF2B5EF4-FFF2-40B4-BE49-F238E27FC236}">
                <a16:creationId xmlns:a16="http://schemas.microsoft.com/office/drawing/2014/main" id="{BBF9DCE9-DD04-487C-893C-D3F60F5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628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752">
            <a:extLst xmlns:a="http://schemas.openxmlformats.org/drawingml/2006/main">
              <a:ext uri="{FF2B5EF4-FFF2-40B4-BE49-F238E27FC236}">
                <a16:creationId xmlns:a16="http://schemas.microsoft.com/office/drawing/2014/main" id="{EC914BCC-B0EC-4119-B839-F438867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28" name="text-753">
            <a:extLst xmlns:a="http://schemas.openxmlformats.org/drawingml/2006/main">
              <a:ext uri="{FF2B5EF4-FFF2-40B4-BE49-F238E27FC236}">
                <a16:creationId xmlns:a16="http://schemas.microsoft.com/office/drawing/2014/main" id="{3194C906-AB2E-4397-8402-A6A3BC8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clarifying → ready → awaiting_confirmation → completed</a:t>
            </a:r>
          </a:p>
        </p:txBody>
      </p:sp>
      <p:sp>
        <p:nvSpPr>
          <p:cNvPr id="29" name="line-754">
            <a:extLst xmlns:a="http://schemas.openxmlformats.org/drawingml/2006/main">
              <a:ext uri="{FF2B5EF4-FFF2-40B4-BE49-F238E27FC236}">
                <a16:creationId xmlns:a16="http://schemas.microsoft.com/office/drawing/2014/main" id="{6D81E9E9-1E5B-4EF3-9B3D-F6D5F580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0" name="text-755">
            <a:extLst xmlns:a="http://schemas.openxmlformats.org/drawingml/2006/main">
              <a:ext uri="{FF2B5EF4-FFF2-40B4-BE49-F238E27FC236}">
                <a16:creationId xmlns:a16="http://schemas.microsoft.com/office/drawing/2014/main" id="{30F50CE2-21FD-4A78-97C1-D01A8E7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build_purchase_plan · ChatUi agentTask · agent_smoke.py</a:t>
            </a:r>
          </a:p>
        </p:txBody>
      </p:sp>
      <p:sp>
        <p:nvSpPr>
          <p:cNvPr id="31" name="text-756">
            <a:extLst xmlns:a="http://schemas.openxmlformats.org/drawingml/2006/main">
              <a:ext uri="{FF2B5EF4-FFF2-40B4-BE49-F238E27FC236}">
                <a16:creationId xmlns:a16="http://schemas.microsoft.com/office/drawing/2014/main" id="{A80DF5D2-EF84-44A5-943D-7FE13E5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018478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57">
            <a:extLst xmlns:a="http://schemas.openxmlformats.org/drawingml/2006/main">
              <a:ext uri="{FF2B5EF4-FFF2-40B4-BE49-F238E27FC236}">
                <a16:creationId xmlns:a16="http://schemas.microsoft.com/office/drawing/2014/main" id="{552D4FEE-EE4A-4504-8C88-FF1C2526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10 · SAFETY &amp; FALLBACK</a:t>
            </a:r>
          </a:p>
        </p:txBody>
      </p:sp>
      <p:sp>
        <p:nvSpPr>
          <p:cNvPr id="2" name="text-758">
            <a:extLst xmlns:a="http://schemas.openxmlformats.org/drawingml/2006/main">
              <a:ext uri="{FF2B5EF4-FFF2-40B4-BE49-F238E27FC236}">
                <a16:creationId xmlns:a16="http://schemas.microsoft.com/office/drawing/2014/main" id="{CBE2DE39-9C43-4F9B-994A-C7187738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失败时降级，写操作必须停在确认点</a:t>
            </a:r>
          </a:p>
        </p:txBody>
      </p:sp>
      <p:sp>
        <p:nvSpPr>
          <p:cNvPr id="3" name="text-759">
            <a:extLst xmlns:a="http://schemas.openxmlformats.org/drawingml/2006/main">
              <a:ext uri="{FF2B5EF4-FFF2-40B4-BE49-F238E27FC236}">
                <a16:creationId xmlns:a16="http://schemas.microsoft.com/office/drawing/2014/main" id="{ADC5CC3C-4B3A-465E-AB23-B9068B71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可控性来自明确的失败语义，而不是期待模型永远正确。</a:t>
            </a:r>
          </a:p>
        </p:txBody>
      </p:sp>
      <p:sp>
        <p:nvSpPr>
          <p:cNvPr id="4" name="shape-760">
            <a:extLst xmlns:a="http://schemas.openxmlformats.org/drawingml/2006/main">
              <a:ext uri="{FF2B5EF4-FFF2-40B4-BE49-F238E27FC236}">
                <a16:creationId xmlns:a16="http://schemas.microsoft.com/office/drawing/2014/main" id="{5D9F4DF5-DBD9-4A55-8461-09F0562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BFF"/>
            </a:solidFill>
            <a:prstDash val="solid"/>
          </a:ln>
        </p:spPr>
      </p:sp>
      <p:sp>
        <p:nvSpPr>
          <p:cNvPr id="5" name="shape-761">
            <a:extLst xmlns:a="http://schemas.openxmlformats.org/drawingml/2006/main">
              <a:ext uri="{FF2B5EF4-FFF2-40B4-BE49-F238E27FC236}">
                <a16:creationId xmlns:a16="http://schemas.microsoft.com/office/drawing/2014/main" id="{A861FC5B-1818-4769-90DA-ADB812A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762">
            <a:extLst xmlns:a="http://schemas.openxmlformats.org/drawingml/2006/main">
              <a:ext uri="{FF2B5EF4-FFF2-40B4-BE49-F238E27FC236}">
                <a16:creationId xmlns:a16="http://schemas.microsoft.com/office/drawing/2014/main" id="{4AE9FAE8-C7E5-477A-913F-89F2D32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域外问题</a:t>
            </a:r>
          </a:p>
        </p:txBody>
      </p:sp>
      <p:sp>
        <p:nvSpPr>
          <p:cNvPr id="7" name="text-763">
            <a:extLst xmlns:a="http://schemas.openxmlformats.org/drawingml/2006/main">
              <a:ext uri="{FF2B5EF4-FFF2-40B4-BE49-F238E27FC236}">
                <a16:creationId xmlns:a16="http://schemas.microsoft.com/office/drawing/2014/main" id="{1BFC24E4-1524-44DA-A4D0-7C09FDC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天气 / 闲聊</a:t>
            </a:r>
          </a:p>
        </p:txBody>
      </p:sp>
      <p:sp>
        <p:nvSpPr>
          <p:cNvPr id="8" name="text-764">
            <a:extLst xmlns:a="http://schemas.openxmlformats.org/drawingml/2006/main">
              <a:ext uri="{FF2B5EF4-FFF2-40B4-BE49-F238E27FC236}">
                <a16:creationId xmlns:a16="http://schemas.microsoft.com/office/drawing/2014/main" id="{4CF82220-CF61-4404-BAAA-3FDF3426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礼貌拒答，不调用工具</a:t>
            </a:r>
          </a:p>
        </p:txBody>
      </p:sp>
      <p:sp>
        <p:nvSpPr>
          <p:cNvPr id="9" name="shape-765">
            <a:extLst xmlns:a="http://schemas.openxmlformats.org/drawingml/2006/main">
              <a:ext uri="{FF2B5EF4-FFF2-40B4-BE49-F238E27FC236}">
                <a16:creationId xmlns:a16="http://schemas.microsoft.com/office/drawing/2014/main" id="{B4910D57-51A3-4481-ABD9-27154CA3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10" name="shape-766">
            <a:extLst xmlns:a="http://schemas.openxmlformats.org/drawingml/2006/main">
              <a:ext uri="{FF2B5EF4-FFF2-40B4-BE49-F238E27FC236}">
                <a16:creationId xmlns:a16="http://schemas.microsoft.com/office/drawing/2014/main" id="{7E1BD749-874A-4726-A58C-577374C3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67">
            <a:extLst xmlns:a="http://schemas.openxmlformats.org/drawingml/2006/main">
              <a:ext uri="{FF2B5EF4-FFF2-40B4-BE49-F238E27FC236}">
                <a16:creationId xmlns:a16="http://schemas.microsoft.com/office/drawing/2014/main" id="{6F0E2001-9FCB-4EFB-AD1E-E930A51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工具失败</a:t>
            </a:r>
          </a:p>
        </p:txBody>
      </p:sp>
      <p:sp>
        <p:nvSpPr>
          <p:cNvPr id="12" name="text-768">
            <a:extLst xmlns:a="http://schemas.openxmlformats.org/drawingml/2006/main">
              <a:ext uri="{FF2B5EF4-FFF2-40B4-BE49-F238E27FC236}">
                <a16:creationId xmlns:a16="http://schemas.microsoft.com/office/drawing/2014/main" id="{DB922860-FA5E-4976-9DBC-630800D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超时 / 401 / 空结果</a:t>
            </a:r>
          </a:p>
        </p:txBody>
      </p:sp>
      <p:sp>
        <p:nvSpPr>
          <p:cNvPr id="13" name="text-769">
            <a:extLst xmlns:a="http://schemas.openxmlformats.org/drawingml/2006/main">
              <a:ext uri="{FF2B5EF4-FFF2-40B4-BE49-F238E27FC236}">
                <a16:creationId xmlns:a16="http://schemas.microsoft.com/office/drawing/2014/main" id="{CEBD51FB-DF2A-4DFF-9900-E05BEAE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6B4A"/>
                </a:solidFill>
                <a:latin typeface="Microsoft YaHei"/>
                <a:ea typeface="Microsoft YaHei"/>
                <a:cs typeface="Microsoft YaHei"/>
              </a:rPr>
              <a:t>可读 fallback，不编造</a:t>
            </a:r>
          </a:p>
        </p:txBody>
      </p:sp>
      <p:sp>
        <p:nvSpPr>
          <p:cNvPr id="14" name="shape-770">
            <a:extLst xmlns:a="http://schemas.openxmlformats.org/drawingml/2006/main">
              <a:ext uri="{FF2B5EF4-FFF2-40B4-BE49-F238E27FC236}">
                <a16:creationId xmlns:a16="http://schemas.microsoft.com/office/drawing/2014/main" id="{CA34F58A-87C4-4727-8A05-6411E19C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5" name="shape-771">
            <a:extLst xmlns:a="http://schemas.openxmlformats.org/drawingml/2006/main">
              <a:ext uri="{FF2B5EF4-FFF2-40B4-BE49-F238E27FC236}">
                <a16:creationId xmlns:a16="http://schemas.microsoft.com/office/drawing/2014/main" id="{CB4DB799-F9C3-43AC-AD38-745F384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72">
            <a:extLst xmlns:a="http://schemas.openxmlformats.org/drawingml/2006/main">
              <a:ext uri="{FF2B5EF4-FFF2-40B4-BE49-F238E27FC236}">
                <a16:creationId xmlns:a16="http://schemas.microsoft.com/office/drawing/2014/main" id="{3B4E88DD-42C5-4F77-B88B-487106B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模型不可用</a:t>
            </a:r>
          </a:p>
        </p:txBody>
      </p:sp>
      <p:sp>
        <p:nvSpPr>
          <p:cNvPr id="17" name="text-773">
            <a:extLst xmlns:a="http://schemas.openxmlformats.org/drawingml/2006/main">
              <a:ext uri="{FF2B5EF4-FFF2-40B4-BE49-F238E27FC236}">
                <a16:creationId xmlns:a16="http://schemas.microsoft.com/office/drawing/2014/main" id="{1D0FEA73-5A94-4D50-845A-3DB50D7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无 LLM key / 调用失败</a:t>
            </a:r>
          </a:p>
        </p:txBody>
      </p:sp>
      <p:sp>
        <p:nvSpPr>
          <p:cNvPr id="18" name="text-774">
            <a:extLst xmlns:a="http://schemas.openxmlformats.org/drawingml/2006/main">
              <a:ext uri="{FF2B5EF4-FFF2-40B4-BE49-F238E27FC236}">
                <a16:creationId xmlns:a16="http://schemas.microsoft.com/office/drawing/2014/main" id="{387DE8E6-1FB2-4C1A-BD3F-2BD0DC0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offline_agent 继续走真实工具</a:t>
            </a:r>
          </a:p>
        </p:txBody>
      </p:sp>
      <p:sp>
        <p:nvSpPr>
          <p:cNvPr id="19" name="shape-775">
            <a:extLst xmlns:a="http://schemas.openxmlformats.org/drawingml/2006/main">
              <a:ext uri="{FF2B5EF4-FFF2-40B4-BE49-F238E27FC236}">
                <a16:creationId xmlns:a16="http://schemas.microsoft.com/office/drawing/2014/main" id="{E8EF1E01-770A-467C-A143-6FB9599E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0" name="shape-776">
            <a:extLst xmlns:a="http://schemas.openxmlformats.org/drawingml/2006/main">
              <a:ext uri="{FF2B5EF4-FFF2-40B4-BE49-F238E27FC236}">
                <a16:creationId xmlns:a16="http://schemas.microsoft.com/office/drawing/2014/main" id="{C822814E-56B2-428A-8E0F-45F2D701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777">
            <a:extLst xmlns:a="http://schemas.openxmlformats.org/drawingml/2006/main">
              <a:ext uri="{FF2B5EF4-FFF2-40B4-BE49-F238E27FC236}">
                <a16:creationId xmlns:a16="http://schemas.microsoft.com/office/drawing/2014/main" id="{388FD91C-070B-4D84-A0A2-957B35B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写操作</a:t>
            </a:r>
          </a:p>
        </p:txBody>
      </p:sp>
      <p:sp>
        <p:nvSpPr>
          <p:cNvPr id="22" name="text-778">
            <a:extLst xmlns:a="http://schemas.openxmlformats.org/drawingml/2006/main">
              <a:ext uri="{FF2B5EF4-FFF2-40B4-BE49-F238E27FC236}">
                <a16:creationId xmlns:a16="http://schemas.microsoft.com/office/drawing/2014/main" id="{36FF4501-2C03-46FB-86F4-A85B44F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加购 / 方案提交</a:t>
            </a:r>
          </a:p>
        </p:txBody>
      </p:sp>
      <p:sp>
        <p:nvSpPr>
          <p:cNvPr id="23" name="text-779">
            <a:extLst xmlns:a="http://schemas.openxmlformats.org/drawingml/2006/main">
              <a:ext uri="{FF2B5EF4-FFF2-40B4-BE49-F238E27FC236}">
                <a16:creationId xmlns:a16="http://schemas.microsoft.com/office/drawing/2014/main" id="{A538212D-293B-4CE1-85F6-90790F89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pending confirmation，二次确认</a:t>
            </a:r>
          </a:p>
        </p:txBody>
      </p:sp>
      <p:sp>
        <p:nvSpPr>
          <p:cNvPr id="24" name="line-780">
            <a:extLst xmlns:a="http://schemas.openxmlformats.org/drawingml/2006/main">
              <a:ext uri="{FF2B5EF4-FFF2-40B4-BE49-F238E27FC236}">
                <a16:creationId xmlns:a16="http://schemas.microsoft.com/office/drawing/2014/main" id="{43134B10-222A-4265-9E9C-694AE6F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5" name="text-781">
            <a:extLst xmlns:a="http://schemas.openxmlformats.org/drawingml/2006/main">
              <a:ext uri="{FF2B5EF4-FFF2-40B4-BE49-F238E27FC236}">
                <a16:creationId xmlns:a16="http://schemas.microsoft.com/office/drawing/2014/main" id="{BE29CDE0-7715-4008-8D45-8EBCD76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system prompt · offline_agent · pendingCart confirmation</a:t>
            </a:r>
          </a:p>
        </p:txBody>
      </p:sp>
      <p:sp>
        <p:nvSpPr>
          <p:cNvPr id="26" name="text-782">
            <a:extLst xmlns:a="http://schemas.openxmlformats.org/drawingml/2006/main">
              <a:ext uri="{FF2B5EF4-FFF2-40B4-BE49-F238E27FC236}">
                <a16:creationId xmlns:a16="http://schemas.microsoft.com/office/drawing/2014/main" id="{D66EDD36-ADBB-40F9-965C-08D9487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37355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83">
            <a:extLst xmlns:a="http://schemas.openxmlformats.org/drawingml/2006/main">
              <a:ext uri="{FF2B5EF4-FFF2-40B4-BE49-F238E27FC236}">
                <a16:creationId xmlns:a16="http://schemas.microsoft.com/office/drawing/2014/main" id="{BB13FEC3-6A91-42F3-9750-54BAFE9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AI 11 · FRONTEND EXPERIENCE</a:t>
            </a:r>
          </a:p>
        </p:txBody>
      </p:sp>
      <p:sp>
        <p:nvSpPr>
          <p:cNvPr id="2" name="text-784">
            <a:extLst xmlns:a="http://schemas.openxmlformats.org/drawingml/2006/main">
              <a:ext uri="{FF2B5EF4-FFF2-40B4-BE49-F238E27FC236}">
                <a16:creationId xmlns:a16="http://schemas.microsoft.com/office/drawing/2014/main" id="{D6A2C71C-4A5F-44D2-8743-29DD3FA0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前端把工具轨迹转成可操作界面</a:t>
            </a:r>
          </a:p>
        </p:txBody>
      </p:sp>
      <p:sp>
        <p:nvSpPr>
          <p:cNvPr id="3" name="text-785">
            <a:extLst xmlns:a="http://schemas.openxmlformats.org/drawingml/2006/main">
              <a:ext uri="{FF2B5EF4-FFF2-40B4-BE49-F238E27FC236}">
                <a16:creationId xmlns:a16="http://schemas.microsoft.com/office/drawing/2014/main" id="{6D8D5C65-380C-403B-B41F-26733A72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SSE 负责过程反馈，结构化 ChatUi 负责商品卡、建议动作、任务阶段和确认按钮。</a:t>
            </a:r>
          </a:p>
        </p:txBody>
      </p:sp>
      <p:sp>
        <p:nvSpPr>
          <p:cNvPr id="4" name="shape-786">
            <a:extLst xmlns:a="http://schemas.openxmlformats.org/drawingml/2006/main">
              <a:ext uri="{FF2B5EF4-FFF2-40B4-BE49-F238E27FC236}">
                <a16:creationId xmlns:a16="http://schemas.microsoft.com/office/drawing/2014/main" id="{7723C8A1-2130-4E0B-BC9E-3AE36E6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971800" cy="37528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2d7e6cf6b41b0"/>
          <a:srcRect xmlns:a="http://schemas.openxmlformats.org/drawingml/2006/main" l="0" t="23472" r="0" b="234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2857500" cy="363855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6" name="shape-787">
            <a:extLst xmlns:a="http://schemas.openxmlformats.org/drawingml/2006/main">
              <a:ext uri="{FF2B5EF4-FFF2-40B4-BE49-F238E27FC236}">
                <a16:creationId xmlns:a16="http://schemas.microsoft.com/office/drawing/2014/main" id="{94E8EDEA-89FD-4919-A8A5-0753AB1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6667500" cy="3638550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7" name="shape-788">
            <a:extLst xmlns:a="http://schemas.openxmlformats.org/drawingml/2006/main">
              <a:ext uri="{FF2B5EF4-FFF2-40B4-BE49-F238E27FC236}">
                <a16:creationId xmlns:a16="http://schemas.microsoft.com/office/drawing/2014/main" id="{7C86F5D9-DF47-4439-A037-1BBCCEE2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89">
            <a:extLst xmlns:a="http://schemas.openxmlformats.org/drawingml/2006/main">
              <a:ext uri="{FF2B5EF4-FFF2-40B4-BE49-F238E27FC236}">
                <a16:creationId xmlns:a16="http://schemas.microsoft.com/office/drawing/2014/main" id="{09BE503F-6B73-4586-8B4E-F6F0388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AGENT WORKBENCH</a:t>
            </a:r>
          </a:p>
        </p:txBody>
      </p:sp>
      <p:sp>
        <p:nvSpPr>
          <p:cNvPr id="9" name="text-790">
            <a:extLst xmlns:a="http://schemas.openxmlformats.org/drawingml/2006/main">
              <a:ext uri="{FF2B5EF4-FFF2-40B4-BE49-F238E27FC236}">
                <a16:creationId xmlns:a16="http://schemas.microsoft.com/office/drawing/2014/main" id="{A5971295-5608-4C21-A0E6-6712B12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BFF"/>
                </a:solidFill>
                <a:latin typeface="Microsoft YaHei"/>
                <a:ea typeface="Microsoft YaHei"/>
                <a:cs typeface="Microsoft YaHei"/>
              </a:rPr>
              <a:t>“适合敲代码的键盘，预算500”</a:t>
            </a:r>
          </a:p>
        </p:txBody>
      </p:sp>
      <p:sp>
        <p:nvSpPr>
          <p:cNvPr id="10" name="shape-791">
            <a:extLst xmlns:a="http://schemas.openxmlformats.org/drawingml/2006/main">
              <a:ext uri="{FF2B5EF4-FFF2-40B4-BE49-F238E27FC236}">
                <a16:creationId xmlns:a16="http://schemas.microsoft.com/office/drawing/2014/main" id="{0DD898A8-2C59-4984-AF43-00621B7D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4000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2F5BFF"/>
            </a:solidFill>
            <a:prstDash val="solid"/>
          </a:ln>
        </p:spPr>
      </p:sp>
      <p:sp>
        <p:nvSpPr>
          <p:cNvPr id="11" name="text-792">
            <a:extLst xmlns:a="http://schemas.openxmlformats.org/drawingml/2006/main">
              <a:ext uri="{FF2B5EF4-FFF2-40B4-BE49-F238E27FC236}">
                <a16:creationId xmlns:a16="http://schemas.microsoft.com/office/drawing/2014/main" id="{7DBCD411-B4A4-44D0-942E-6E6E273E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工具：search_products  ✓</a:t>
            </a:r>
          </a:p>
          <a:p xmlns:a="http://schemas.openxmlformats.org/drawingml/2006/main">
            <a:pPr algn="l">
              <a:def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15171A"/>
                </a:solidFill>
                <a:latin typeface="Cascadia Mono"/>
                <a:ea typeface="Cascadia Mono"/>
                <a:cs typeface="Cascadia Mono"/>
              </a:rPr>
              <a:t>2 件真实商品 · 库存已核验</a:t>
            </a:r>
          </a:p>
        </p:txBody>
      </p:sp>
      <p:sp>
        <p:nvSpPr>
          <p:cNvPr id="12" name="shape-793">
            <a:extLst xmlns:a="http://schemas.openxmlformats.org/drawingml/2006/main">
              <a:ext uri="{FF2B5EF4-FFF2-40B4-BE49-F238E27FC236}">
                <a16:creationId xmlns:a16="http://schemas.microsoft.com/office/drawing/2014/main" id="{52BE8D1A-C697-43E0-8776-06F0C9B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35623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3" name="text-794">
            <a:extLst xmlns:a="http://schemas.openxmlformats.org/drawingml/2006/main">
              <a:ext uri="{FF2B5EF4-FFF2-40B4-BE49-F238E27FC236}">
                <a16:creationId xmlns:a16="http://schemas.microsoft.com/office/drawing/2014/main" id="{EC5BFED1-7709-4FB1-8580-A883E98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00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建议动作：查看详情 · 加入方案</a:t>
            </a:r>
          </a:p>
        </p:txBody>
      </p:sp>
      <p:sp>
        <p:nvSpPr>
          <p:cNvPr id="14" name="shape-795">
            <a:extLst xmlns:a="http://schemas.openxmlformats.org/drawingml/2006/main">
              <a:ext uri="{FF2B5EF4-FFF2-40B4-BE49-F238E27FC236}">
                <a16:creationId xmlns:a16="http://schemas.microsoft.com/office/drawing/2014/main" id="{246933BA-456F-42D8-8209-C9F3DFF2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244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796">
            <a:extLst xmlns:a="http://schemas.openxmlformats.org/drawingml/2006/main">
              <a:ext uri="{FF2B5EF4-FFF2-40B4-BE49-F238E27FC236}">
                <a16:creationId xmlns:a16="http://schemas.microsoft.com/office/drawing/2014/main" id="{D696BCFD-B442-4294-BAA9-FF205CF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530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NEW SESSION</a:t>
            </a:r>
          </a:p>
        </p:txBody>
      </p:sp>
      <p:sp>
        <p:nvSpPr>
          <p:cNvPr id="16" name="shape-797">
            <a:extLst xmlns:a="http://schemas.openxmlformats.org/drawingml/2006/main">
              <a:ext uri="{FF2B5EF4-FFF2-40B4-BE49-F238E27FC236}">
                <a16:creationId xmlns:a16="http://schemas.microsoft.com/office/drawing/2014/main" id="{A2F58B73-3C5F-4959-940B-A63B478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1333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798">
            <a:extLst xmlns:a="http://schemas.openxmlformats.org/drawingml/2006/main">
              <a:ext uri="{FF2B5EF4-FFF2-40B4-BE49-F238E27FC236}">
                <a16:creationId xmlns:a16="http://schemas.microsoft.com/office/drawing/2014/main" id="{EE359808-58FB-4DFA-B6E0-3189574E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53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DD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D9DDE2"/>
                </a:solidFill>
                <a:latin typeface="Microsoft YaHei"/>
                <a:ea typeface="Microsoft YaHei"/>
                <a:cs typeface="Microsoft YaHei"/>
              </a:rPr>
              <a:t>PREFERENCE OFF</a:t>
            </a:r>
          </a:p>
        </p:txBody>
      </p:sp>
      <p:sp>
        <p:nvSpPr>
          <p:cNvPr id="18" name="text-799">
            <a:extLst xmlns:a="http://schemas.openxmlformats.org/drawingml/2006/main">
              <a:ext uri="{FF2B5EF4-FFF2-40B4-BE49-F238E27FC236}">
                <a16:creationId xmlns:a16="http://schemas.microsoft.com/office/drawing/2014/main" id="{FD17297D-6629-460E-A39A-1352D4B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53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873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SSE tool_start / tool_end · Markdown sanitize · retry UI</a:t>
            </a:r>
          </a:p>
        </p:txBody>
      </p:sp>
      <p:sp>
        <p:nvSpPr>
          <p:cNvPr id="19" name="line-800">
            <a:extLst xmlns:a="http://schemas.openxmlformats.org/drawingml/2006/main">
              <a:ext uri="{FF2B5EF4-FFF2-40B4-BE49-F238E27FC236}">
                <a16:creationId xmlns:a16="http://schemas.microsoft.com/office/drawing/2014/main" id="{196F4371-09C2-46BE-B60C-9A91966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0" name="text-801">
            <a:extLst xmlns:a="http://schemas.openxmlformats.org/drawingml/2006/main">
              <a:ext uri="{FF2B5EF4-FFF2-40B4-BE49-F238E27FC236}">
                <a16:creationId xmlns:a16="http://schemas.microsoft.com/office/drawing/2014/main" id="{0F5985DC-6C5C-40A9-99CF-AC6A2A3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AgentConversation.vue · ChatWidget.vue · ui-mobile.png</a:t>
            </a:r>
          </a:p>
        </p:txBody>
      </p:sp>
      <p:sp>
        <p:nvSpPr>
          <p:cNvPr id="21" name="text-802">
            <a:extLst xmlns:a="http://schemas.openxmlformats.org/drawingml/2006/main">
              <a:ext uri="{FF2B5EF4-FFF2-40B4-BE49-F238E27FC236}">
                <a16:creationId xmlns:a16="http://schemas.microsoft.com/office/drawing/2014/main" id="{ADB8CC88-B765-4D6D-948F-0C4DE00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459824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803">
            <a:extLst xmlns:a="http://schemas.openxmlformats.org/drawingml/2006/main">
              <a:ext uri="{FF2B5EF4-FFF2-40B4-BE49-F238E27FC236}">
                <a16:creationId xmlns:a16="http://schemas.microsoft.com/office/drawing/2014/main" id="{E845FC5D-D2E9-4AA2-93BE-2F4A89C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DEVOPS &amp; OBSERVABILITY</a:t>
            </a:r>
          </a:p>
        </p:txBody>
      </p:sp>
      <p:sp>
        <p:nvSpPr>
          <p:cNvPr id="2" name="text-804">
            <a:extLst xmlns:a="http://schemas.openxmlformats.org/drawingml/2006/main">
              <a:ext uri="{FF2B5EF4-FFF2-40B4-BE49-F238E27FC236}">
                <a16:creationId xmlns:a16="http://schemas.microsoft.com/office/drawing/2014/main" id="{959165CE-F9D6-43D6-95F2-4562328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Compose一键编排，日志定位跨服务链路</a:t>
            </a:r>
          </a:p>
        </p:txBody>
      </p:sp>
      <p:sp>
        <p:nvSpPr>
          <p:cNvPr id="3" name="text-805">
            <a:extLst xmlns:a="http://schemas.openxmlformats.org/drawingml/2006/main">
              <a:ext uri="{FF2B5EF4-FFF2-40B4-BE49-F238E27FC236}">
                <a16:creationId xmlns:a16="http://schemas.microsoft.com/office/drawing/2014/main" id="{905C93D5-BF77-4210-A68F-4943290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四个容器通过服务名通信；密钥走环境变量；关键下单与工具调用写 INFO 日志。</a:t>
            </a:r>
          </a:p>
        </p:txBody>
      </p:sp>
      <p:sp>
        <p:nvSpPr>
          <p:cNvPr id="4" name="line-806">
            <a:extLst xmlns:a="http://schemas.openxmlformats.org/drawingml/2006/main">
              <a:ext uri="{FF2B5EF4-FFF2-40B4-BE49-F238E27FC236}">
                <a16:creationId xmlns:a16="http://schemas.microsoft.com/office/drawing/2014/main" id="{C85360F2-B58E-47B5-84A2-2A85A515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807">
            <a:extLst xmlns:a="http://schemas.openxmlformats.org/drawingml/2006/main">
              <a:ext uri="{FF2B5EF4-FFF2-40B4-BE49-F238E27FC236}">
                <a16:creationId xmlns:a16="http://schemas.microsoft.com/office/drawing/2014/main" id="{8E80D1BA-3064-4825-AD7A-87B6F157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7526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text-808">
            <a:extLst xmlns:a="http://schemas.openxmlformats.org/drawingml/2006/main">
              <a:ext uri="{FF2B5EF4-FFF2-40B4-BE49-F238E27FC236}">
                <a16:creationId xmlns:a16="http://schemas.microsoft.com/office/drawing/2014/main" id="{AE14F065-AFFF-4D15-B028-83D1682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7" name="text-809">
            <a:extLst xmlns:a="http://schemas.openxmlformats.org/drawingml/2006/main">
              <a:ext uri="{FF2B5EF4-FFF2-40B4-BE49-F238E27FC236}">
                <a16:creationId xmlns:a16="http://schemas.microsoft.com/office/drawing/2014/main" id="{0FC2D0C9-C193-439B-9231-A48F959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3307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schema + seed</a:t>
            </a:r>
          </a:p>
        </p:txBody>
      </p:sp>
      <p:sp>
        <p:nvSpPr>
          <p:cNvPr id="8" name="shape-810">
            <a:extLst xmlns:a="http://schemas.openxmlformats.org/drawingml/2006/main">
              <a:ext uri="{FF2B5EF4-FFF2-40B4-BE49-F238E27FC236}">
                <a16:creationId xmlns:a16="http://schemas.microsoft.com/office/drawing/2014/main" id="{7386FAFB-4C9C-4A1C-B70E-52A82161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811">
            <a:extLst xmlns:a="http://schemas.openxmlformats.org/drawingml/2006/main">
              <a:ext uri="{FF2B5EF4-FFF2-40B4-BE49-F238E27FC236}">
                <a16:creationId xmlns:a16="http://schemas.microsoft.com/office/drawing/2014/main" id="{60B9D9F1-AB04-48CB-9CDA-00B02E26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17526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0" name="text-812">
            <a:extLst xmlns:a="http://schemas.openxmlformats.org/drawingml/2006/main">
              <a:ext uri="{FF2B5EF4-FFF2-40B4-BE49-F238E27FC236}">
                <a16:creationId xmlns:a16="http://schemas.microsoft.com/office/drawing/2014/main" id="{13EE4CEB-35EB-4D77-9E52-058C8BB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1" name="text-813">
            <a:extLst xmlns:a="http://schemas.openxmlformats.org/drawingml/2006/main">
              <a:ext uri="{FF2B5EF4-FFF2-40B4-BE49-F238E27FC236}">
                <a16:creationId xmlns:a16="http://schemas.microsoft.com/office/drawing/2014/main" id="{9E0C7955-2BF7-4CF2-834C-4023491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8081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REST + logs</a:t>
            </a:r>
          </a:p>
        </p:txBody>
      </p:sp>
      <p:sp>
        <p:nvSpPr>
          <p:cNvPr id="12" name="shape-814">
            <a:extLst xmlns:a="http://schemas.openxmlformats.org/drawingml/2006/main">
              <a:ext uri="{FF2B5EF4-FFF2-40B4-BE49-F238E27FC236}">
                <a16:creationId xmlns:a16="http://schemas.microsoft.com/office/drawing/2014/main" id="{F9EFE4B2-BB22-4DA6-A024-5F18D0D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815">
            <a:extLst xmlns:a="http://schemas.openxmlformats.org/drawingml/2006/main">
              <a:ext uri="{FF2B5EF4-FFF2-40B4-BE49-F238E27FC236}">
                <a16:creationId xmlns:a16="http://schemas.microsoft.com/office/drawing/2014/main" id="{CD4EF65B-BFBF-4C45-A32D-EB7CD948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17526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7F3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4" name="text-816">
            <a:extLst xmlns:a="http://schemas.openxmlformats.org/drawingml/2006/main">
              <a:ext uri="{FF2B5EF4-FFF2-40B4-BE49-F238E27FC236}">
                <a16:creationId xmlns:a16="http://schemas.microsoft.com/office/drawing/2014/main" id="{FC092976-7A96-42CF-9B9F-6375D1A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agent-service</a:t>
            </a:r>
          </a:p>
        </p:txBody>
      </p:sp>
      <p:sp>
        <p:nvSpPr>
          <p:cNvPr id="15" name="text-817">
            <a:extLst xmlns:a="http://schemas.openxmlformats.org/drawingml/2006/main">
              <a:ext uri="{FF2B5EF4-FFF2-40B4-BE49-F238E27FC236}">
                <a16:creationId xmlns:a16="http://schemas.microsoft.com/office/drawing/2014/main" id="{60CFCC2C-A73B-49AB-9454-D8FB387A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8000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FastAPI + SSE</a:t>
            </a:r>
          </a:p>
        </p:txBody>
      </p:sp>
      <p:sp>
        <p:nvSpPr>
          <p:cNvPr id="16" name="shape-818">
            <a:extLst xmlns:a="http://schemas.openxmlformats.org/drawingml/2006/main">
              <a:ext uri="{FF2B5EF4-FFF2-40B4-BE49-F238E27FC236}">
                <a16:creationId xmlns:a16="http://schemas.microsoft.com/office/drawing/2014/main" id="{F8AAAF61-FDCE-49EC-9605-4606DFC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819">
            <a:extLst xmlns:a="http://schemas.openxmlformats.org/drawingml/2006/main">
              <a:ext uri="{FF2B5EF4-FFF2-40B4-BE49-F238E27FC236}">
                <a16:creationId xmlns:a16="http://schemas.microsoft.com/office/drawing/2014/main" id="{1835EC25-9282-4BE0-800B-9C00A26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17526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8" name="text-820">
            <a:extLst xmlns:a="http://schemas.openxmlformats.org/drawingml/2006/main">
              <a:ext uri="{FF2B5EF4-FFF2-40B4-BE49-F238E27FC236}">
                <a16:creationId xmlns:a16="http://schemas.microsoft.com/office/drawing/2014/main" id="{46B422BD-A704-4512-B93F-F402761F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19" name="text-821">
            <a:extLst xmlns:a="http://schemas.openxmlformats.org/drawingml/2006/main">
              <a:ext uri="{FF2B5EF4-FFF2-40B4-BE49-F238E27FC236}">
                <a16:creationId xmlns:a16="http://schemas.microsoft.com/office/drawing/2014/main" id="{02C26F59-04F9-4385-A1BB-D7DCB44B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  <a:p xmlns:a="http://schemas.openxmlformats.org/drawingml/2006/main">
            <a:pPr algn="ctr">
              <a:def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Nginx static</a:t>
            </a:r>
          </a:p>
        </p:txBody>
      </p:sp>
      <p:sp>
        <p:nvSpPr>
          <p:cNvPr id="20" name="shape-822">
            <a:extLst xmlns:a="http://schemas.openxmlformats.org/drawingml/2006/main">
              <a:ext uri="{FF2B5EF4-FFF2-40B4-BE49-F238E27FC236}">
                <a16:creationId xmlns:a16="http://schemas.microsoft.com/office/drawing/2014/main" id="{8A620F2E-9E26-4096-ACC9-7556AF5C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823">
            <a:extLst xmlns:a="http://schemas.openxmlformats.org/drawingml/2006/main">
              <a:ext uri="{FF2B5EF4-FFF2-40B4-BE49-F238E27FC236}">
                <a16:creationId xmlns:a16="http://schemas.microsoft.com/office/drawing/2014/main" id="{C1A36365-BDC4-455F-B62A-D729DFC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824">
            <a:extLst xmlns:a="http://schemas.openxmlformats.org/drawingml/2006/main">
              <a:ext uri="{FF2B5EF4-FFF2-40B4-BE49-F238E27FC236}">
                <a16:creationId xmlns:a16="http://schemas.microsoft.com/office/drawing/2014/main" id="{A8DCABFC-CA3E-41D2-8539-26B7F4A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825">
            <a:extLst xmlns:a="http://schemas.openxmlformats.org/drawingml/2006/main">
              <a:ext uri="{FF2B5EF4-FFF2-40B4-BE49-F238E27FC236}">
                <a16:creationId xmlns:a16="http://schemas.microsoft.com/office/drawing/2014/main" id="{51584846-F7E1-4008-865E-ED1B877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622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826">
            <a:extLst xmlns:a="http://schemas.openxmlformats.org/drawingml/2006/main">
              <a:ext uri="{FF2B5EF4-FFF2-40B4-BE49-F238E27FC236}">
                <a16:creationId xmlns:a16="http://schemas.microsoft.com/office/drawing/2014/main" id="{95D074A0-E62E-45DA-8720-E7D6340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9525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5" name="shape-827">
            <a:extLst xmlns:a="http://schemas.openxmlformats.org/drawingml/2006/main">
              <a:ext uri="{FF2B5EF4-FFF2-40B4-BE49-F238E27FC236}">
                <a16:creationId xmlns:a16="http://schemas.microsoft.com/office/drawing/2014/main" id="{3F12CDC7-DE82-46CE-9E99-BD88CEC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04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828">
            <a:extLst xmlns:a="http://schemas.openxmlformats.org/drawingml/2006/main">
              <a:ext uri="{FF2B5EF4-FFF2-40B4-BE49-F238E27FC236}">
                <a16:creationId xmlns:a16="http://schemas.microsoft.com/office/drawing/2014/main" id="{6F3BCBAC-B2B5-4389-9067-E8F77A2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docker logs</a:t>
            </a:r>
          </a:p>
        </p:txBody>
      </p:sp>
      <p:sp>
        <p:nvSpPr>
          <p:cNvPr id="27" name="text-829">
            <a:extLst xmlns:a="http://schemas.openxmlformats.org/drawingml/2006/main">
              <a:ext uri="{FF2B5EF4-FFF2-40B4-BE49-F238E27FC236}">
                <a16:creationId xmlns:a16="http://schemas.microsoft.com/office/drawing/2014/main" id="{D1B8CADC-54F8-4A92-BB83-1D02D640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57700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2026-07-12 INFO  order.create  stock=80 → 0</a:t>
            </a:r>
          </a:p>
          <a:p xmlns:a="http://schemas.openxmlformats.org/drawingml/2006/main">
            <a:pPr algn="l">
              <a:def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2026-07-12 INFO  agent.tool    name=query_order_status user=5</a:t>
            </a:r>
          </a:p>
          <a:p xmlns:a="http://schemas.openxmlformats.org/drawingml/2006/main">
            <a:pPr algn="l">
              <a:def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8EDF2"/>
                </a:solidFill>
                <a:latin typeface="Cascadia Mono"/>
                <a:ea typeface="Cascadia Mono"/>
                <a:cs typeface="Cascadia Mono"/>
              </a:rPr>
              <a:t>2026-07-12 INFO  compose       healthy: mysql / backend / agent / frontend</a:t>
            </a:r>
          </a:p>
        </p:txBody>
      </p:sp>
      <p:sp>
        <p:nvSpPr>
          <p:cNvPr id="28" name="line-830">
            <a:extLst xmlns:a="http://schemas.openxmlformats.org/drawingml/2006/main">
              <a:ext uri="{FF2B5EF4-FFF2-40B4-BE49-F238E27FC236}">
                <a16:creationId xmlns:a16="http://schemas.microsoft.com/office/drawing/2014/main" id="{82EA3B8E-DBC1-4FCA-A99A-88FAEFCB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9" name="text-831">
            <a:extLst xmlns:a="http://schemas.openxmlformats.org/drawingml/2006/main">
              <a:ext uri="{FF2B5EF4-FFF2-40B4-BE49-F238E27FC236}">
                <a16:creationId xmlns:a16="http://schemas.microsoft.com/office/drawing/2014/main" id="{6A757E35-D834-401A-AD90-1E4BA9D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docker-compose.yml · architecture.md · service logs</a:t>
            </a:r>
          </a:p>
        </p:txBody>
      </p:sp>
      <p:sp>
        <p:nvSpPr>
          <p:cNvPr id="30" name="text-832">
            <a:extLst xmlns:a="http://schemas.openxmlformats.org/drawingml/2006/main">
              <a:ext uri="{FF2B5EF4-FFF2-40B4-BE49-F238E27FC236}">
                <a16:creationId xmlns:a16="http://schemas.microsoft.com/office/drawing/2014/main" id="{3B9DAF51-234B-447A-9055-71E5D22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354133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833">
            <a:extLst xmlns:a="http://schemas.openxmlformats.org/drawingml/2006/main">
              <a:ext uri="{FF2B5EF4-FFF2-40B4-BE49-F238E27FC236}">
                <a16:creationId xmlns:a16="http://schemas.microsoft.com/office/drawing/2014/main" id="{B30E5911-F79E-40F7-BDD4-5A655979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EVIDENCE STATUS</a:t>
            </a:r>
          </a:p>
        </p:txBody>
      </p:sp>
      <p:sp>
        <p:nvSpPr>
          <p:cNvPr id="2" name="text-834">
            <a:extLst xmlns:a="http://schemas.openxmlformats.org/drawingml/2006/main">
              <a:ext uri="{FF2B5EF4-FFF2-40B4-BE49-F238E27FC236}">
                <a16:creationId xmlns:a16="http://schemas.microsoft.com/office/drawing/2014/main" id="{9EFAA53A-9371-4D6E-BD83-B608BFC4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核心结果已验证，但验收状态仍是INCOMPLETE</a:t>
            </a:r>
          </a:p>
        </p:txBody>
      </p:sp>
      <p:sp>
        <p:nvSpPr>
          <p:cNvPr id="3" name="text-835">
            <a:extLst xmlns:a="http://schemas.openxmlformats.org/drawingml/2006/main">
              <a:ext uri="{FF2B5EF4-FFF2-40B4-BE49-F238E27FC236}">
                <a16:creationId xmlns:a16="http://schemas.microsoft.com/office/drawing/2014/main" id="{7B21A9F1-FFD4-4DD8-9694-3FA666A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把“已经跑过”和“还需要补证”并列展示，比宣称全部通过更可靠。</a:t>
            </a:r>
          </a:p>
        </p:txBody>
      </p:sp>
      <p:sp>
        <p:nvSpPr>
          <p:cNvPr id="4" name="shape-836">
            <a:extLst xmlns:a="http://schemas.openxmlformats.org/drawingml/2006/main">
              <a:ext uri="{FF2B5EF4-FFF2-40B4-BE49-F238E27FC236}">
                <a16:creationId xmlns:a16="http://schemas.microsoft.com/office/drawing/2014/main" id="{9FFA8A46-D3F0-4B9E-AC47-E575666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1435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E7F5EC"/>
          </a:solidFill>
          <a:ln xmlns:a="http://schemas.openxmlformats.org/drawingml/2006/main" w="9525">
            <a:solidFill>
              <a:srgbClr val="3E9B6D"/>
            </a:solidFill>
            <a:prstDash val="solid"/>
          </a:ln>
        </p:spPr>
      </p:sp>
      <p:sp>
        <p:nvSpPr>
          <p:cNvPr id="5" name="shape-837">
            <a:extLst xmlns:a="http://schemas.openxmlformats.org/drawingml/2006/main">
              <a:ext uri="{FF2B5EF4-FFF2-40B4-BE49-F238E27FC236}">
                <a16:creationId xmlns:a16="http://schemas.microsoft.com/office/drawing/2014/main" id="{0B17EB61-34AB-4763-B9BF-A6D7233A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51435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E8E1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6" name="shape-838">
            <a:extLst xmlns:a="http://schemas.openxmlformats.org/drawingml/2006/main">
              <a:ext uri="{FF2B5EF4-FFF2-40B4-BE49-F238E27FC236}">
                <a16:creationId xmlns:a16="http://schemas.microsoft.com/office/drawing/2014/main" id="{AF1C7AE4-1245-45A1-B196-6C9C7B4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781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839">
            <a:extLst xmlns:a="http://schemas.openxmlformats.org/drawingml/2006/main">
              <a:ext uri="{FF2B5EF4-FFF2-40B4-BE49-F238E27FC236}">
                <a16:creationId xmlns:a16="http://schemas.microsoft.com/office/drawing/2014/main" id="{FED8CDEC-3416-4E44-AEF5-E6355DB3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479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8" name="shape-840">
            <a:extLst xmlns:a="http://schemas.openxmlformats.org/drawingml/2006/main">
              <a:ext uri="{FF2B5EF4-FFF2-40B4-BE49-F238E27FC236}">
                <a16:creationId xmlns:a16="http://schemas.microsoft.com/office/drawing/2014/main" id="{47DE485A-C3FE-4954-A645-C29AABA2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781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41">
            <a:extLst xmlns:a="http://schemas.openxmlformats.org/drawingml/2006/main">
              <a:ext uri="{FF2B5EF4-FFF2-40B4-BE49-F238E27FC236}">
                <a16:creationId xmlns:a16="http://schemas.microsoft.com/office/drawing/2014/main" id="{4EC77EC9-4111-441E-BA6C-39C464E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待补证</a:t>
            </a:r>
          </a:p>
        </p:txBody>
      </p:sp>
      <p:sp>
        <p:nvSpPr>
          <p:cNvPr id="10" name="shape-842">
            <a:extLst xmlns:a="http://schemas.openxmlformats.org/drawingml/2006/main">
              <a:ext uri="{FF2B5EF4-FFF2-40B4-BE49-F238E27FC236}">
                <a16:creationId xmlns:a16="http://schemas.microsoft.com/office/drawing/2014/main" id="{3A72F83E-4C26-47D1-887A-9549D7F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843">
            <a:extLst xmlns:a="http://schemas.openxmlformats.org/drawingml/2006/main">
              <a:ext uri="{FF2B5EF4-FFF2-40B4-BE49-F238E27FC236}">
                <a16:creationId xmlns:a16="http://schemas.microsoft.com/office/drawing/2014/main" id="{2E30E7E6-AEBD-4326-A777-AAE5CFA5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30 后端测试 · 0 failure / 0 error</a:t>
            </a:r>
          </a:p>
        </p:txBody>
      </p:sp>
      <p:sp>
        <p:nvSpPr>
          <p:cNvPr id="12" name="shape-844">
            <a:extLst xmlns:a="http://schemas.openxmlformats.org/drawingml/2006/main">
              <a:ext uri="{FF2B5EF4-FFF2-40B4-BE49-F238E27FC236}">
                <a16:creationId xmlns:a16="http://schemas.microsoft.com/office/drawing/2014/main" id="{F864D1C2-723E-4914-B627-D2BAA4B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845">
            <a:extLst xmlns:a="http://schemas.openxmlformats.org/drawingml/2006/main">
              <a:ext uri="{FF2B5EF4-FFF2-40B4-BE49-F238E27FC236}">
                <a16:creationId xmlns:a16="http://schemas.microsoft.com/office/drawing/2014/main" id="{F69B4D01-F8D3-4980-A2C1-704EF19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并发 3 轮 · 80 成功 / 20 库存不足</a:t>
            </a:r>
          </a:p>
        </p:txBody>
      </p:sp>
      <p:sp>
        <p:nvSpPr>
          <p:cNvPr id="14" name="shape-846">
            <a:extLst xmlns:a="http://schemas.openxmlformats.org/drawingml/2006/main">
              <a:ext uri="{FF2B5EF4-FFF2-40B4-BE49-F238E27FC236}">
                <a16:creationId xmlns:a16="http://schemas.microsoft.com/office/drawing/2014/main" id="{92C150E8-1B3B-4176-9C38-F16DF87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47">
            <a:extLst xmlns:a="http://schemas.openxmlformats.org/drawingml/2006/main">
              <a:ext uri="{FF2B5EF4-FFF2-40B4-BE49-F238E27FC236}">
                <a16:creationId xmlns:a16="http://schemas.microsoft.com/office/drawing/2014/main" id="{25316A2B-C0A2-46DE-A9BA-2058DD33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 smoke · 8 工具 / SSE / 跨会话</a:t>
            </a:r>
          </a:p>
        </p:txBody>
      </p:sp>
      <p:sp>
        <p:nvSpPr>
          <p:cNvPr id="16" name="shape-848">
            <a:extLst xmlns:a="http://schemas.openxmlformats.org/drawingml/2006/main">
              <a:ext uri="{FF2B5EF4-FFF2-40B4-BE49-F238E27FC236}">
                <a16:creationId xmlns:a16="http://schemas.microsoft.com/office/drawing/2014/main" id="{B69E2F3E-DF0C-4C99-BCE8-D53E989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49">
            <a:extLst xmlns:a="http://schemas.openxmlformats.org/drawingml/2006/main">
              <a:ext uri="{FF2B5EF4-FFF2-40B4-BE49-F238E27FC236}">
                <a16:creationId xmlns:a16="http://schemas.microsoft.com/office/drawing/2014/main" id="{77C720FF-4575-4BD0-8D35-7AB0C70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前端 production build · Compose 容器健康</a:t>
            </a:r>
          </a:p>
        </p:txBody>
      </p:sp>
      <p:sp>
        <p:nvSpPr>
          <p:cNvPr id="18" name="shape-850">
            <a:extLst xmlns:a="http://schemas.openxmlformats.org/drawingml/2006/main">
              <a:ext uri="{FF2B5EF4-FFF2-40B4-BE49-F238E27FC236}">
                <a16:creationId xmlns:a16="http://schemas.microsoft.com/office/drawing/2014/main" id="{5425DB39-06EC-4646-80B3-C6BB9E0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851">
            <a:extLst xmlns:a="http://schemas.openxmlformats.org/drawingml/2006/main">
              <a:ext uri="{FF2B5EF4-FFF2-40B4-BE49-F238E27FC236}">
                <a16:creationId xmlns:a16="http://schemas.microsoft.com/office/drawing/2014/main" id="{81A3CC0F-4818-435B-A745-0BA00FF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独立新数据库 schema / seed 验收</a:t>
            </a:r>
          </a:p>
        </p:txBody>
      </p:sp>
      <p:sp>
        <p:nvSpPr>
          <p:cNvPr id="20" name="shape-852">
            <a:extLst xmlns:a="http://schemas.openxmlformats.org/drawingml/2006/main">
              <a:ext uri="{FF2B5EF4-FFF2-40B4-BE49-F238E27FC236}">
                <a16:creationId xmlns:a16="http://schemas.microsoft.com/office/drawing/2014/main" id="{F32950F5-731B-401A-8334-1D4F9829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853">
            <a:extLst xmlns:a="http://schemas.openxmlformats.org/drawingml/2006/main">
              <a:ext uri="{FF2B5EF4-FFF2-40B4-BE49-F238E27FC236}">
                <a16:creationId xmlns:a16="http://schemas.microsoft.com/office/drawing/2014/main" id="{FE23B5AF-2602-45A9-B55F-FD206512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Agent FastAPI / MockTransport 确定性测试</a:t>
            </a:r>
          </a:p>
        </p:txBody>
      </p:sp>
      <p:sp>
        <p:nvSpPr>
          <p:cNvPr id="22" name="shape-854">
            <a:extLst xmlns:a="http://schemas.openxmlformats.org/drawingml/2006/main">
              <a:ext uri="{FF2B5EF4-FFF2-40B4-BE49-F238E27FC236}">
                <a16:creationId xmlns:a16="http://schemas.microsoft.com/office/drawing/2014/main" id="{9EFC73EE-E46E-4B23-9A34-27C0A99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855">
            <a:extLst xmlns:a="http://schemas.openxmlformats.org/drawingml/2006/main">
              <a:ext uri="{FF2B5EF4-FFF2-40B4-BE49-F238E27FC236}">
                <a16:creationId xmlns:a16="http://schemas.microsoft.com/office/drawing/2014/main" id="{28AAADC4-4B57-4A33-B67A-2DAB443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移动端视觉回归与大 chunk 收口</a:t>
            </a:r>
          </a:p>
        </p:txBody>
      </p:sp>
      <p:sp>
        <p:nvSpPr>
          <p:cNvPr id="24" name="shape-856">
            <a:extLst xmlns:a="http://schemas.openxmlformats.org/drawingml/2006/main">
              <a:ext uri="{FF2B5EF4-FFF2-40B4-BE49-F238E27FC236}">
                <a16:creationId xmlns:a16="http://schemas.microsoft.com/office/drawing/2014/main" id="{9F2E1EBA-754F-41A5-8A1C-8254CEA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857">
            <a:extLst xmlns:a="http://schemas.openxmlformats.org/drawingml/2006/main">
              <a:ext uri="{FF2B5EF4-FFF2-40B4-BE49-F238E27FC236}">
                <a16:creationId xmlns:a16="http://schemas.microsoft.com/office/drawing/2014/main" id="{B48DF088-AB65-4D10-A05A-86805B5C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真实 Claude Code 截图、模块分支与 PR</a:t>
            </a:r>
          </a:p>
        </p:txBody>
      </p:sp>
      <p:sp>
        <p:nvSpPr>
          <p:cNvPr id="26" name="line-858">
            <a:extLst xmlns:a="http://schemas.openxmlformats.org/drawingml/2006/main">
              <a:ext uri="{FF2B5EF4-FFF2-40B4-BE49-F238E27FC236}">
                <a16:creationId xmlns:a16="http://schemas.microsoft.com/office/drawing/2014/main" id="{DCEA61EE-CB14-4153-9965-DAC960AE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7" name="text-859">
            <a:extLst xmlns:a="http://schemas.openxmlformats.org/drawingml/2006/main">
              <a:ext uri="{FF2B5EF4-FFF2-40B4-BE49-F238E27FC236}">
                <a16:creationId xmlns:a16="http://schemas.microsoft.com/office/drawing/2014/main" id="{9F190F83-D569-4820-B896-A41782D1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docs/acceptance-report.md · tier1 logs · PROJECT_HANDOFF</a:t>
            </a:r>
          </a:p>
        </p:txBody>
      </p:sp>
      <p:sp>
        <p:nvSpPr>
          <p:cNvPr id="28" name="text-860">
            <a:extLst xmlns:a="http://schemas.openxmlformats.org/drawingml/2006/main">
              <a:ext uri="{FF2B5EF4-FFF2-40B4-BE49-F238E27FC236}">
                <a16:creationId xmlns:a16="http://schemas.microsoft.com/office/drawing/2014/main" id="{5088BBAB-0D3A-4F22-94BA-A9FC900C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591178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861">
            <a:extLst xmlns:a="http://schemas.openxmlformats.org/drawingml/2006/main">
              <a:ext uri="{FF2B5EF4-FFF2-40B4-BE49-F238E27FC236}">
                <a16:creationId xmlns:a16="http://schemas.microsoft.com/office/drawing/2014/main" id="{57978860-7D21-464F-B927-8DCE39D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2F5BFF"/>
                </a:solidFill>
                <a:latin typeface="Cascadia Mono"/>
                <a:ea typeface="Cascadia Mono"/>
                <a:cs typeface="Cascadia Mono"/>
              </a:rPr>
              <a:t>LIMITS → NEXT</a:t>
            </a:r>
          </a:p>
        </p:txBody>
      </p:sp>
      <p:sp>
        <p:nvSpPr>
          <p:cNvPr id="2" name="text-862">
            <a:extLst xmlns:a="http://schemas.openxmlformats.org/drawingml/2006/main">
              <a:ext uri="{FF2B5EF4-FFF2-40B4-BE49-F238E27FC236}">
                <a16:creationId xmlns:a16="http://schemas.microsoft.com/office/drawing/2014/main" id="{98F0432F-21F8-45B9-96C7-442FC435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下一步优先补“可复现证据”，再谈扩展</a:t>
            </a:r>
          </a:p>
        </p:txBody>
      </p:sp>
      <p:sp>
        <p:nvSpPr>
          <p:cNvPr id="3" name="text-863">
            <a:extLst xmlns:a="http://schemas.openxmlformats.org/drawingml/2006/main">
              <a:ext uri="{FF2B5EF4-FFF2-40B4-BE49-F238E27FC236}">
                <a16:creationId xmlns:a16="http://schemas.microsoft.com/office/drawing/2014/main" id="{DDFBCD44-8EF6-4929-86C1-09DCF82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先把当前能力变成干净、可重复、可审计的交付，再增加生产级复杂度。</a:t>
            </a:r>
          </a:p>
        </p:txBody>
      </p:sp>
      <p:sp>
        <p:nvSpPr>
          <p:cNvPr id="4" name="line-864">
            <a:extLst xmlns:a="http://schemas.openxmlformats.org/drawingml/2006/main">
              <a:ext uri="{FF2B5EF4-FFF2-40B4-BE49-F238E27FC236}">
                <a16:creationId xmlns:a16="http://schemas.microsoft.com/office/drawing/2014/main" id="{70855B4D-7DF9-4678-AB87-09966A04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2"/>
            </a:solidFill>
            <a:prstDash val="solid"/>
          </a:ln>
        </p:spPr>
      </p:sp>
      <p:sp>
        <p:nvSpPr>
          <p:cNvPr id="5" name="shape-865">
            <a:extLst xmlns:a="http://schemas.openxmlformats.org/drawingml/2006/main">
              <a:ext uri="{FF2B5EF4-FFF2-40B4-BE49-F238E27FC236}">
                <a16:creationId xmlns:a16="http://schemas.microsoft.com/office/drawing/2014/main" id="{1AA56E7E-C7D5-4BA0-B15D-7EEC3EB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866">
            <a:extLst xmlns:a="http://schemas.openxmlformats.org/drawingml/2006/main">
              <a:ext uri="{FF2B5EF4-FFF2-40B4-BE49-F238E27FC236}">
                <a16:creationId xmlns:a16="http://schemas.microsoft.com/office/drawing/2014/main" id="{D7ABA74F-A7F2-4C0D-B067-774D1BBE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812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7" name="text-867">
            <a:extLst xmlns:a="http://schemas.openxmlformats.org/drawingml/2006/main">
              <a:ext uri="{FF2B5EF4-FFF2-40B4-BE49-F238E27FC236}">
                <a16:creationId xmlns:a16="http://schemas.microsoft.com/office/drawing/2014/main" id="{9E051305-51ED-4245-912D-C1B571AB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独立 DB 初始化</a:t>
            </a:r>
          </a:p>
        </p:txBody>
      </p:sp>
      <p:sp>
        <p:nvSpPr>
          <p:cNvPr id="8" name="text-868">
            <a:extLst xmlns:a="http://schemas.openxmlformats.org/drawingml/2006/main">
              <a:ext uri="{FF2B5EF4-FFF2-40B4-BE49-F238E27FC236}">
                <a16:creationId xmlns:a16="http://schemas.microsoft.com/office/drawing/2014/main" id="{EC8114E5-1367-4A6A-B152-904D031B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schema + seed + reset</a:t>
            </a:r>
          </a:p>
        </p:txBody>
      </p:sp>
      <p:sp>
        <p:nvSpPr>
          <p:cNvPr id="9" name="line-869">
            <a:extLst xmlns:a="http://schemas.openxmlformats.org/drawingml/2006/main">
              <a:ext uri="{FF2B5EF4-FFF2-40B4-BE49-F238E27FC236}">
                <a16:creationId xmlns:a16="http://schemas.microsoft.com/office/drawing/2014/main" id="{E44BB1CA-D5E8-41FC-976D-8DA60674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910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B4A"/>
            </a:solidFill>
            <a:prstDash val="solid"/>
          </a:ln>
        </p:spPr>
      </p:sp>
      <p:sp>
        <p:nvSpPr>
          <p:cNvPr id="10" name="shape-870">
            <a:extLst xmlns:a="http://schemas.openxmlformats.org/drawingml/2006/main">
              <a:ext uri="{FF2B5EF4-FFF2-40B4-BE49-F238E27FC236}">
                <a16:creationId xmlns:a16="http://schemas.microsoft.com/office/drawing/2014/main" id="{5FBF11C4-687C-4AB7-934A-D07F1A6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871">
            <a:extLst xmlns:a="http://schemas.openxmlformats.org/drawingml/2006/main">
              <a:ext uri="{FF2B5EF4-FFF2-40B4-BE49-F238E27FC236}">
                <a16:creationId xmlns:a16="http://schemas.microsoft.com/office/drawing/2014/main" id="{78D0D754-335C-4625-BA07-77C8DE5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812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2" name="text-872">
            <a:extLst xmlns:a="http://schemas.openxmlformats.org/drawingml/2006/main">
              <a:ext uri="{FF2B5EF4-FFF2-40B4-BE49-F238E27FC236}">
                <a16:creationId xmlns:a16="http://schemas.microsoft.com/office/drawing/2014/main" id="{E01BEEFD-A0F5-461C-AD8E-0D503A79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确定性 Agent 测试</a:t>
            </a:r>
          </a:p>
        </p:txBody>
      </p:sp>
      <p:sp>
        <p:nvSpPr>
          <p:cNvPr id="13" name="text-873">
            <a:extLst xmlns:a="http://schemas.openxmlformats.org/drawingml/2006/main">
              <a:ext uri="{FF2B5EF4-FFF2-40B4-BE49-F238E27FC236}">
                <a16:creationId xmlns:a16="http://schemas.microsoft.com/office/drawing/2014/main" id="{DBBB51AB-48CA-437F-B139-0F744F69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671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MockTransport / contract</a:t>
            </a:r>
          </a:p>
        </p:txBody>
      </p:sp>
      <p:sp>
        <p:nvSpPr>
          <p:cNvPr id="14" name="line-874">
            <a:extLst xmlns:a="http://schemas.openxmlformats.org/drawingml/2006/main">
              <a:ext uri="{FF2B5EF4-FFF2-40B4-BE49-F238E27FC236}">
                <a16:creationId xmlns:a16="http://schemas.microsoft.com/office/drawing/2014/main" id="{9743D77E-9E32-4D95-A550-8FCE714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910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B4A"/>
            </a:solidFill>
            <a:prstDash val="solid"/>
          </a:ln>
        </p:spPr>
      </p:sp>
      <p:sp>
        <p:nvSpPr>
          <p:cNvPr id="15" name="shape-875">
            <a:extLst xmlns:a="http://schemas.openxmlformats.org/drawingml/2006/main">
              <a:ext uri="{FF2B5EF4-FFF2-40B4-BE49-F238E27FC236}">
                <a16:creationId xmlns:a16="http://schemas.microsoft.com/office/drawing/2014/main" id="{F37D5EEA-0DB7-4920-A196-55844DA4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76">
            <a:extLst xmlns:a="http://schemas.openxmlformats.org/drawingml/2006/main">
              <a:ext uri="{FF2B5EF4-FFF2-40B4-BE49-F238E27FC236}">
                <a16:creationId xmlns:a16="http://schemas.microsoft.com/office/drawing/2014/main" id="{38814D21-5B2D-48BE-9A05-F59CAF1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812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7" name="text-877">
            <a:extLst xmlns:a="http://schemas.openxmlformats.org/drawingml/2006/main">
              <a:ext uri="{FF2B5EF4-FFF2-40B4-BE49-F238E27FC236}">
                <a16:creationId xmlns:a16="http://schemas.microsoft.com/office/drawing/2014/main" id="{ED525B26-589A-47A1-B0B8-3A9189D2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视觉与包体</a:t>
            </a:r>
          </a:p>
        </p:txBody>
      </p:sp>
      <p:sp>
        <p:nvSpPr>
          <p:cNvPr id="18" name="text-878">
            <a:extLst xmlns:a="http://schemas.openxmlformats.org/drawingml/2006/main">
              <a:ext uri="{FF2B5EF4-FFF2-40B4-BE49-F238E27FC236}">
                <a16:creationId xmlns:a16="http://schemas.microsoft.com/office/drawing/2014/main" id="{E9AB3925-FF3D-48E5-BD35-E7C9839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671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mobile regression / split</a:t>
            </a:r>
          </a:p>
        </p:txBody>
      </p:sp>
      <p:sp>
        <p:nvSpPr>
          <p:cNvPr id="19" name="line-879">
            <a:extLst xmlns:a="http://schemas.openxmlformats.org/drawingml/2006/main">
              <a:ext uri="{FF2B5EF4-FFF2-40B4-BE49-F238E27FC236}">
                <a16:creationId xmlns:a16="http://schemas.microsoft.com/office/drawing/2014/main" id="{A9609E55-8547-4C8B-88D3-79C7618A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910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857"/>
            </a:solidFill>
            <a:prstDash val="solid"/>
          </a:ln>
        </p:spPr>
      </p:sp>
      <p:sp>
        <p:nvSpPr>
          <p:cNvPr id="20" name="shape-880">
            <a:extLst xmlns:a="http://schemas.openxmlformats.org/drawingml/2006/main">
              <a:ext uri="{FF2B5EF4-FFF2-40B4-BE49-F238E27FC236}">
                <a16:creationId xmlns:a16="http://schemas.microsoft.com/office/drawing/2014/main" id="{6AA3EED1-DE93-4DAB-B226-08F9C639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881">
            <a:extLst xmlns:a="http://schemas.openxmlformats.org/drawingml/2006/main">
              <a:ext uri="{FF2B5EF4-FFF2-40B4-BE49-F238E27FC236}">
                <a16:creationId xmlns:a16="http://schemas.microsoft.com/office/drawing/2014/main" id="{59871ECF-C0D1-4E37-AE1C-9188B50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812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2" name="text-882">
            <a:extLst xmlns:a="http://schemas.openxmlformats.org/drawingml/2006/main">
              <a:ext uri="{FF2B5EF4-FFF2-40B4-BE49-F238E27FC236}">
                <a16:creationId xmlns:a16="http://schemas.microsoft.com/office/drawing/2014/main" id="{E6A48612-715F-4E75-8DFB-A7583E0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协作证据</a:t>
            </a:r>
          </a:p>
        </p:txBody>
      </p:sp>
      <p:sp>
        <p:nvSpPr>
          <p:cNvPr id="23" name="text-883">
            <a:extLst xmlns:a="http://schemas.openxmlformats.org/drawingml/2006/main">
              <a:ext uri="{FF2B5EF4-FFF2-40B4-BE49-F238E27FC236}">
                <a16:creationId xmlns:a16="http://schemas.microsoft.com/office/drawing/2014/main" id="{0DF594A4-C1AB-4E9E-996E-305AADA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Claude 截图 / PR</a:t>
            </a:r>
          </a:p>
        </p:txBody>
      </p:sp>
      <p:sp>
        <p:nvSpPr>
          <p:cNvPr id="24" name="line-884">
            <a:extLst xmlns:a="http://schemas.openxmlformats.org/drawingml/2006/main">
              <a:ext uri="{FF2B5EF4-FFF2-40B4-BE49-F238E27FC236}">
                <a16:creationId xmlns:a16="http://schemas.microsoft.com/office/drawing/2014/main" id="{C341CBAB-2B6E-49E5-ADDE-F9E9C2E3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910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857"/>
            </a:solidFill>
            <a:prstDash val="solid"/>
          </a:ln>
        </p:spPr>
      </p:sp>
      <p:sp>
        <p:nvSpPr>
          <p:cNvPr id="25" name="shape-885">
            <a:extLst xmlns:a="http://schemas.openxmlformats.org/drawingml/2006/main">
              <a:ext uri="{FF2B5EF4-FFF2-40B4-BE49-F238E27FC236}">
                <a16:creationId xmlns:a16="http://schemas.microsoft.com/office/drawing/2014/main" id="{91483841-DACF-4F49-A51E-030C5CBF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886">
            <a:extLst xmlns:a="http://schemas.openxmlformats.org/drawingml/2006/main">
              <a:ext uri="{FF2B5EF4-FFF2-40B4-BE49-F238E27FC236}">
                <a16:creationId xmlns:a16="http://schemas.microsoft.com/office/drawing/2014/main" id="{84D6C920-7784-4A0B-B519-BC0A3673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8127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101114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7" name="text-887">
            <a:extLst xmlns:a="http://schemas.openxmlformats.org/drawingml/2006/main">
              <a:ext uri="{FF2B5EF4-FFF2-40B4-BE49-F238E27FC236}">
                <a16:creationId xmlns:a16="http://schemas.microsoft.com/office/drawing/2014/main" id="{0A0860FA-915B-4635-85A5-F128286F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能力扩展</a:t>
            </a:r>
          </a:p>
        </p:txBody>
      </p:sp>
      <p:sp>
        <p:nvSpPr>
          <p:cNvPr id="28" name="text-888">
            <a:extLst xmlns:a="http://schemas.openxmlformats.org/drawingml/2006/main">
              <a:ext uri="{FF2B5EF4-FFF2-40B4-BE49-F238E27FC236}">
                <a16:creationId xmlns:a16="http://schemas.microsoft.com/office/drawing/2014/main" id="{1FB9591E-AAD9-493E-BD75-1E8AB0F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671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87078"/>
                </a:solidFill>
                <a:latin typeface="Microsoft YaHei"/>
                <a:ea typeface="Microsoft YaHei"/>
                <a:cs typeface="Microsoft YaHei"/>
              </a:rPr>
              <a:t>全文检索 / 支付 / RAG init</a:t>
            </a:r>
          </a:p>
        </p:txBody>
      </p:sp>
      <p:sp>
        <p:nvSpPr>
          <p:cNvPr id="29" name="line-889">
            <a:extLst xmlns:a="http://schemas.openxmlformats.org/drawingml/2006/main">
              <a:ext uri="{FF2B5EF4-FFF2-40B4-BE49-F238E27FC236}">
                <a16:creationId xmlns:a16="http://schemas.microsoft.com/office/drawing/2014/main" id="{A028CEF6-754D-4FB3-A081-2194385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5910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B8A6"/>
            </a:solidFill>
            <a:prstDash val="solid"/>
          </a:ln>
        </p:spPr>
      </p:sp>
      <p:sp>
        <p:nvSpPr>
          <p:cNvPr id="30" name="text-890">
            <a:extLst xmlns:a="http://schemas.openxmlformats.org/drawingml/2006/main">
              <a:ext uri="{FF2B5EF4-FFF2-40B4-BE49-F238E27FC236}">
                <a16:creationId xmlns:a16="http://schemas.microsoft.com/office/drawing/2014/main" id="{AD540770-7C7A-4D20-B93B-31C217A7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171A"/>
                </a:solidFill>
                <a:latin typeface="Microsoft YaHei"/>
                <a:ea typeface="Microsoft YaHei"/>
                <a:cs typeface="Microsoft YaHei"/>
              </a:rPr>
              <a:t>工程判断：先保证“老师按步骤能复现”，再把系统推向生产级。</a:t>
            </a:r>
          </a:p>
        </p:txBody>
      </p:sp>
      <p:sp>
        <p:nvSpPr>
          <p:cNvPr id="31" name="line-891">
            <a:extLst xmlns:a="http://schemas.openxmlformats.org/drawingml/2006/main">
              <a:ext uri="{FF2B5EF4-FFF2-40B4-BE49-F238E27FC236}">
                <a16:creationId xmlns:a16="http://schemas.microsoft.com/office/drawing/2014/main" id="{06091354-346E-4046-ADC0-E72CA08B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32" name="text-892">
            <a:extLst xmlns:a="http://schemas.openxmlformats.org/drawingml/2006/main">
              <a:ext uri="{FF2B5EF4-FFF2-40B4-BE49-F238E27FC236}">
                <a16:creationId xmlns:a16="http://schemas.microsoft.com/office/drawing/2014/main" id="{783CF043-6FAB-4F52-B665-BCA277F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Source: acceptance-report.md · handoff recommendations</a:t>
            </a:r>
          </a:p>
        </p:txBody>
      </p:sp>
      <p:sp>
        <p:nvSpPr>
          <p:cNvPr id="33" name="text-893">
            <a:extLst xmlns:a="http://schemas.openxmlformats.org/drawingml/2006/main">
              <a:ext uri="{FF2B5EF4-FFF2-40B4-BE49-F238E27FC236}">
                <a16:creationId xmlns:a16="http://schemas.microsoft.com/office/drawing/2014/main" id="{6C38D42D-AD8A-4BD8-ADBE-0BEF7517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287741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894">
            <a:extLst xmlns:a="http://schemas.openxmlformats.org/drawingml/2006/main">
              <a:ext uri="{FF2B5EF4-FFF2-40B4-BE49-F238E27FC236}">
                <a16:creationId xmlns:a16="http://schemas.microsoft.com/office/drawing/2014/main" id="{32C9D20C-1DAC-4DF1-B912-8EACB0D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rPr>
              <a:t>LIVE DEMO · Q&amp;A</a:t>
            </a:r>
          </a:p>
        </p:txBody>
      </p:sp>
      <p:sp>
        <p:nvSpPr>
          <p:cNvPr id="2" name="text-895">
            <a:extLst xmlns:a="http://schemas.openxmlformats.org/drawingml/2006/main">
              <a:ext uri="{FF2B5EF4-FFF2-40B4-BE49-F238E27FC236}">
                <a16:creationId xmlns:a16="http://schemas.microsoft.com/office/drawing/2014/main" id="{BF20F31F-7F45-4A85-8038-89D07D23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现场演示沿一条主链路完成收束</a:t>
            </a:r>
          </a:p>
        </p:txBody>
      </p:sp>
      <p:sp>
        <p:nvSpPr>
          <p:cNvPr id="3" name="text-896">
            <a:extLst xmlns:a="http://schemas.openxmlformats.org/drawingml/2006/main">
              <a:ext uri="{FF2B5EF4-FFF2-40B4-BE49-F238E27FC236}">
                <a16:creationId xmlns:a16="http://schemas.microsoft.com/office/drawing/2014/main" id="{7141C138-BF88-48C5-B06A-1B3F485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8CDD2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C8CDD2"/>
                </a:solidFill>
                <a:latin typeface="Cascadia Mono"/>
                <a:ea typeface="Cascadia Mono"/>
                <a:cs typeface="Cascadia Mono"/>
              </a:rPr>
              <a:t>登录 → 搜索 → 下单 → Agent 查单 → 新会话推荐 → 方案确认 → 日志</a:t>
            </a:r>
          </a:p>
        </p:txBody>
      </p:sp>
      <p:sp>
        <p:nvSpPr>
          <p:cNvPr id="4" name="line-897">
            <a:extLst xmlns:a="http://schemas.openxmlformats.org/drawingml/2006/main">
              <a:ext uri="{FF2B5EF4-FFF2-40B4-BE49-F238E27FC236}">
                <a16:creationId xmlns:a16="http://schemas.microsoft.com/office/drawing/2014/main" id="{9253F690-E75C-4720-BDCF-C7CEC57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515A"/>
            </a:solidFill>
            <a:prstDash val="solid"/>
          </a:ln>
        </p:spPr>
      </p:sp>
      <p:sp>
        <p:nvSpPr>
          <p:cNvPr id="5" name="shape-898">
            <a:extLst xmlns:a="http://schemas.openxmlformats.org/drawingml/2006/main">
              <a:ext uri="{FF2B5EF4-FFF2-40B4-BE49-F238E27FC236}">
                <a16:creationId xmlns:a16="http://schemas.microsoft.com/office/drawing/2014/main" id="{AE53DC94-8088-4C7A-A901-09B977E7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899">
            <a:extLst xmlns:a="http://schemas.openxmlformats.org/drawingml/2006/main">
              <a:ext uri="{FF2B5EF4-FFF2-40B4-BE49-F238E27FC236}">
                <a16:creationId xmlns:a16="http://schemas.microsoft.com/office/drawing/2014/main" id="{3580AEBD-9F7C-43B0-9A85-77BC4EAE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7" name="text-900">
            <a:extLst xmlns:a="http://schemas.openxmlformats.org/drawingml/2006/main">
              <a:ext uri="{FF2B5EF4-FFF2-40B4-BE49-F238E27FC236}">
                <a16:creationId xmlns:a16="http://schemas.microsoft.com/office/drawing/2014/main" id="{4CE91CD8-C752-472B-A0C5-DC5B5BA0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8" name="shape-901">
            <a:extLst xmlns:a="http://schemas.openxmlformats.org/drawingml/2006/main">
              <a:ext uri="{FF2B5EF4-FFF2-40B4-BE49-F238E27FC236}">
                <a16:creationId xmlns:a16="http://schemas.microsoft.com/office/drawing/2014/main" id="{0F0C20A6-DB0F-47F0-8F7C-BEB5786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902">
            <a:extLst xmlns:a="http://schemas.openxmlformats.org/drawingml/2006/main">
              <a:ext uri="{FF2B5EF4-FFF2-40B4-BE49-F238E27FC236}">
                <a16:creationId xmlns:a16="http://schemas.microsoft.com/office/drawing/2014/main" id="{F7560C7E-06D5-4DE1-8408-3E69FC90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0" name="text-903">
            <a:extLst xmlns:a="http://schemas.openxmlformats.org/drawingml/2006/main">
              <a:ext uri="{FF2B5EF4-FFF2-40B4-BE49-F238E27FC236}">
                <a16:creationId xmlns:a16="http://schemas.microsoft.com/office/drawing/2014/main" id="{7DCACDD7-B18D-4EF7-8914-78769F26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搜索键盘</a:t>
            </a:r>
          </a:p>
        </p:txBody>
      </p:sp>
      <p:sp>
        <p:nvSpPr>
          <p:cNvPr id="11" name="shape-904">
            <a:extLst xmlns:a="http://schemas.openxmlformats.org/drawingml/2006/main">
              <a:ext uri="{FF2B5EF4-FFF2-40B4-BE49-F238E27FC236}">
                <a16:creationId xmlns:a16="http://schemas.microsoft.com/office/drawing/2014/main" id="{11069856-98CE-42CE-8353-FB99FFB6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05">
            <a:extLst xmlns:a="http://schemas.openxmlformats.org/drawingml/2006/main">
              <a:ext uri="{FF2B5EF4-FFF2-40B4-BE49-F238E27FC236}">
                <a16:creationId xmlns:a16="http://schemas.microsoft.com/office/drawing/2014/main" id="{52175094-6836-448E-88D1-9EBE8CF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10111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3" name="text-906">
            <a:extLst xmlns:a="http://schemas.openxmlformats.org/drawingml/2006/main">
              <a:ext uri="{FF2B5EF4-FFF2-40B4-BE49-F238E27FC236}">
                <a16:creationId xmlns:a16="http://schemas.microsoft.com/office/drawing/2014/main" id="{C588228B-FB0F-4162-941A-BAFF7978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加购下单</a:t>
            </a:r>
          </a:p>
        </p:txBody>
      </p:sp>
      <p:sp>
        <p:nvSpPr>
          <p:cNvPr id="14" name="shape-907">
            <a:extLst xmlns:a="http://schemas.openxmlformats.org/drawingml/2006/main">
              <a:ext uri="{FF2B5EF4-FFF2-40B4-BE49-F238E27FC236}">
                <a16:creationId xmlns:a16="http://schemas.microsoft.com/office/drawing/2014/main" id="{8A61565D-4D75-4DE3-9BA1-23D10B7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908">
            <a:extLst xmlns:a="http://schemas.openxmlformats.org/drawingml/2006/main">
              <a:ext uri="{FF2B5EF4-FFF2-40B4-BE49-F238E27FC236}">
                <a16:creationId xmlns:a16="http://schemas.microsoft.com/office/drawing/2014/main" id="{2703252F-07C1-4B92-A9EE-F61BDB4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6" name="text-909">
            <a:extLst xmlns:a="http://schemas.openxmlformats.org/drawingml/2006/main">
              <a:ext uri="{FF2B5EF4-FFF2-40B4-BE49-F238E27FC236}">
                <a16:creationId xmlns:a16="http://schemas.microsoft.com/office/drawing/2014/main" id="{ADAA1286-1610-4BC5-96E6-BE5032A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查订单</a:t>
            </a:r>
          </a:p>
        </p:txBody>
      </p:sp>
      <p:sp>
        <p:nvSpPr>
          <p:cNvPr id="17" name="shape-910">
            <a:extLst xmlns:a="http://schemas.openxmlformats.org/drawingml/2006/main">
              <a:ext uri="{FF2B5EF4-FFF2-40B4-BE49-F238E27FC236}">
                <a16:creationId xmlns:a16="http://schemas.microsoft.com/office/drawing/2014/main" id="{8D7B429C-69ED-408A-9D2A-E23DA014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11">
            <a:extLst xmlns:a="http://schemas.openxmlformats.org/drawingml/2006/main">
              <a:ext uri="{FF2B5EF4-FFF2-40B4-BE49-F238E27FC236}">
                <a16:creationId xmlns:a16="http://schemas.microsoft.com/office/drawing/2014/main" id="{0841E43C-F912-4079-9E7A-0EEDE01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19" name="text-912">
            <a:extLst xmlns:a="http://schemas.openxmlformats.org/drawingml/2006/main">
              <a:ext uri="{FF2B5EF4-FFF2-40B4-BE49-F238E27FC236}">
                <a16:creationId xmlns:a16="http://schemas.microsoft.com/office/drawing/2014/main" id="{F080EAC6-6CCE-48B4-A95E-18F9DE31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跨会话偏好</a:t>
            </a:r>
          </a:p>
        </p:txBody>
      </p:sp>
      <p:sp>
        <p:nvSpPr>
          <p:cNvPr id="20" name="shape-913">
            <a:extLst xmlns:a="http://schemas.openxmlformats.org/drawingml/2006/main">
              <a:ext uri="{FF2B5EF4-FFF2-40B4-BE49-F238E27FC236}">
                <a16:creationId xmlns:a16="http://schemas.microsoft.com/office/drawing/2014/main" id="{C4FC5D23-7E78-44F1-8CB0-FAE930B8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914">
            <a:extLst xmlns:a="http://schemas.openxmlformats.org/drawingml/2006/main">
              <a:ext uri="{FF2B5EF4-FFF2-40B4-BE49-F238E27FC236}">
                <a16:creationId xmlns:a16="http://schemas.microsoft.com/office/drawing/2014/main" id="{D0E2F5F7-AD0D-4832-9C37-6271D29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2" name="text-915">
            <a:extLst xmlns:a="http://schemas.openxmlformats.org/drawingml/2006/main">
              <a:ext uri="{FF2B5EF4-FFF2-40B4-BE49-F238E27FC236}">
                <a16:creationId xmlns:a16="http://schemas.microsoft.com/office/drawing/2014/main" id="{8375114D-5A40-4DE2-A5B7-A72F72D5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确认加购</a:t>
            </a:r>
          </a:p>
        </p:txBody>
      </p:sp>
      <p:sp>
        <p:nvSpPr>
          <p:cNvPr id="23" name="shape-916">
            <a:extLst xmlns:a="http://schemas.openxmlformats.org/drawingml/2006/main">
              <a:ext uri="{FF2B5EF4-FFF2-40B4-BE49-F238E27FC236}">
                <a16:creationId xmlns:a16="http://schemas.microsoft.com/office/drawing/2014/main" id="{C6DA3F39-70EE-4542-BD32-DC8B9BA0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400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917">
            <a:extLst xmlns:a="http://schemas.openxmlformats.org/drawingml/2006/main">
              <a:ext uri="{FF2B5EF4-FFF2-40B4-BE49-F238E27FC236}">
                <a16:creationId xmlns:a16="http://schemas.microsoft.com/office/drawing/2014/main" id="{95F954C0-D7BF-442B-9E64-246CE0D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4861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25" name="text-918">
            <a:extLst xmlns:a="http://schemas.openxmlformats.org/drawingml/2006/main">
              <a:ext uri="{FF2B5EF4-FFF2-40B4-BE49-F238E27FC236}">
                <a16:creationId xmlns:a16="http://schemas.microsoft.com/office/drawing/2014/main" id="{21167DA5-C931-46A3-9E2D-EF02EE5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38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看日志</a:t>
            </a:r>
          </a:p>
        </p:txBody>
      </p:sp>
      <p:sp>
        <p:nvSpPr>
          <p:cNvPr id="26" name="shape-919">
            <a:extLst xmlns:a="http://schemas.openxmlformats.org/drawingml/2006/main">
              <a:ext uri="{FF2B5EF4-FFF2-40B4-BE49-F238E27FC236}">
                <a16:creationId xmlns:a16="http://schemas.microsoft.com/office/drawing/2014/main" id="{631A3A60-B71B-4DF7-B5B3-6648826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287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7" name="text-920">
            <a:extLst xmlns:a="http://schemas.openxmlformats.org/drawingml/2006/main">
              <a:ext uri="{FF2B5EF4-FFF2-40B4-BE49-F238E27FC236}">
                <a16:creationId xmlns:a16="http://schemas.microsoft.com/office/drawing/2014/main" id="{C7AB2FFA-B796-43A9-A516-5B1AF454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28" name="text-921">
            <a:extLst xmlns:a="http://schemas.openxmlformats.org/drawingml/2006/main">
              <a:ext uri="{FF2B5EF4-FFF2-40B4-BE49-F238E27FC236}">
                <a16:creationId xmlns:a16="http://schemas.microsoft.com/office/drawing/2014/main" id="{50DAEADF-61DD-441F-8AA1-F0FC17FD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可运行  ·  可解释  ·  可验证</a:t>
            </a:r>
          </a:p>
        </p:txBody>
      </p:sp>
      <p:sp>
        <p:nvSpPr>
          <p:cNvPr id="29" name="text-922">
            <a:extLst xmlns:a="http://schemas.openxmlformats.org/drawingml/2006/main">
              <a:ext uri="{FF2B5EF4-FFF2-40B4-BE49-F238E27FC236}">
                <a16:creationId xmlns:a16="http://schemas.microsoft.com/office/drawing/2014/main" id="{7EB829A2-912A-41CF-A7E9-5EFEB76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8CDD2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0" name="line-923">
            <a:extLst xmlns:a="http://schemas.openxmlformats.org/drawingml/2006/main">
              <a:ext uri="{FF2B5EF4-FFF2-40B4-BE49-F238E27FC236}">
                <a16:creationId xmlns:a16="http://schemas.microsoft.com/office/drawing/2014/main" id="{01525552-19F6-4A06-8B63-B6F74C8B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1" name="text-924">
            <a:extLst xmlns:a="http://schemas.openxmlformats.org/drawingml/2006/main">
              <a:ext uri="{FF2B5EF4-FFF2-40B4-BE49-F238E27FC236}">
                <a16:creationId xmlns:a16="http://schemas.microsoft.com/office/drawing/2014/main" id="{6D87DE7F-8E5A-4834-83CC-F8444D55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9AA1A8"/>
                </a:solidFill>
                <a:latin typeface="Cascadia Mono"/>
                <a:ea typeface="Cascadia Mono"/>
                <a:cs typeface="Cascadia Mono"/>
              </a:rPr>
              <a:t>Agent Store · defense close</a:t>
            </a:r>
          </a:p>
        </p:txBody>
      </p:sp>
      <p:sp>
        <p:nvSpPr>
          <p:cNvPr id="32" name="text-925">
            <a:extLst xmlns:a="http://schemas.openxmlformats.org/drawingml/2006/main">
              <a:ext uri="{FF2B5EF4-FFF2-40B4-BE49-F238E27FC236}">
                <a16:creationId xmlns:a16="http://schemas.microsoft.com/office/drawing/2014/main" id="{AECCA951-4BAB-42EC-B315-ED075C0A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 i="0">
                <a:solidFill>
                  <a:srgbClr val="FFC857"/>
                </a:solidFill>
                <a:latin typeface="Cascadia Mono"/>
                <a:ea typeface="Cascadia Mono"/>
                <a:cs typeface="Cascadia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8345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2026-07-12T06:12:23.7560000Z</dcterms:created>
  <dcterms:modified xsi:type="dcterms:W3CDTF">2026-07-12T06:12:23.7560000Z</dcterms:modified>
</coreProperties>
</file>